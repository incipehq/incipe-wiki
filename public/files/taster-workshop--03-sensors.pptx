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Mostly coding today: input and if-else in a mini calculator and two classwork programs, then the same if-else logic applied to INCIPE Board sensors.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from Lesson 2: comments (// and /* */) are ignored by the compiler, and Serial.parseFloat() reads a decimal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to note page 1. The second number is read the same way and stored in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it: change + to -, * or / to make the calculator do other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setup() is the same as the calculator: Serial.begin(9600). The original if branch printed Serial.println(a + " is the larger number") and then the sentence again; in Arduino, adding a number to text like that prints garbage, so it now matches the else branch. If a equals b, the else branch runs and says b is larger: a good prompt for an else if (a == b)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to note page 2. setup() is Serial.begin(9600) as before. Extension: a negative score currently gets D; ask students how to send it to the else message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only: the point is that each sensor gives the program a number to use in if-else. Flame: the value is resistance, so it goes down when there is fire. Air quality, alcohol and CO: students decide the grade boundaries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30 (the value of temp). The original slide wrote incipe.getTemperature without brackets; it is corrected to getTemperature() here. Point out that &gt; does not include 30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bright. Before the light was switched on, 100 would have shown dark. The original slide wrote Float (capital F) and getLightIntensity without brackets; both are corrected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explanations of why the first version over-counts and how detect fixes it are added for this slide. Teacher note: for the count to keep growing, int a and bool detect should be declared above setup() (global), not inside loop().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example sketch, for reference: const int SAMPLE_TIME = 10; unsigned long PreviousTime = 0; (the original wrote "unsigned double", which does not compile) int SoundDetect = 0; float database[100]; int count = 0; void setup() { Serial.begin(9600); } void loop() { PreviousTime = millis(); while (millis() - PreviousTime &lt; SAMPLE_TIME) { if (incipe.getSoundIntensity() == 1) { SoundDetect++; } } database[count] = SoundDetect; SoundDetect = 0; count++; if (count == 100) { for (int i = 1; i &lt; 100; i++) { database[0] = database[0] + database[i]; database[i] = 0; } float mean = database[0] / 100; Serial.println(mean); if (mean &gt; 200) { Serial.println("Loud"); } else if (mean &lt;= 200 &amp;&amp; mean &gt; 20) { Serial.println("Normal"); } else if (mean &lt;= 20) { Serial.println("Quiet"); } database[0] = 0; count = 0; } 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466085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466085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m grainy close-up of a pale bloom">    </p:cNvPr>
          <p:cNvPicPr>
            <a:picLocks noChangeAspect="1"/>
          </p:cNvPicPr>
          <p:nvPr/>
        </p:nvPicPr>
        <p:blipFill>
          <a:blip r:embed="rId1"/>
          <a:srcRect l="0" r="0" t="39410" b="39410"/>
          <a:stretch/>
        </p:blipFill>
        <p:spPr>
          <a:xfrm>
            <a:off x="0" y="2984500"/>
            <a:ext cx="12192000" cy="387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3810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Taster Workshop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5080" y="38100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with C++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270000"/>
            <a:ext cx="10464800" cy="103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3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Sensors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7620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87812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Input, decisions, then real sensor data.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5768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7800" y="1903710"/>
            <a:ext cx="317200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 of Lesson 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7931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8886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7800" y="2534890"/>
            <a:ext cx="31050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mini calculator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301049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2004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7800" y="3166070"/>
            <a:ext cx="445198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Classwork: larger number &amp; grades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6416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5122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7800" y="3797250"/>
            <a:ext cx="417272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Sensors: reading &amp; cleaning data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2728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9040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8240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47800" y="4428430"/>
            <a:ext cx="312509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Counting button presses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94141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59194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Input, process, output.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0208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8610"/>
            <a:ext cx="36103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764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data that we enter or the computer gets from the environment via sensors.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95800" y="160208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5800" y="1738610"/>
            <a:ext cx="36103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95800" y="20764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codes (orders) for the computer to process.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05800" y="160208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5800" y="1738610"/>
            <a:ext cx="36103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05800" y="20764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response from the computer after processing the codes.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843461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THE USER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158381"/>
            <a:ext cx="5153025" cy="8509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87725" bIns="1524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(Serial.available()==0){}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Serial.parseInt()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110881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Wait when there’s no input, then read it and store it in “a”.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225" y="2843461"/>
            <a:ext cx="6350" cy="148074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6657975" y="2843461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A SENSOR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57975" y="3158381"/>
            <a:ext cx="5153025" cy="8509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87725" bIns="1524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incipe.main()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incipe.getTemperature();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57975" y="4110881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Activate the sensors &amp; sensor libraries, then read a value.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006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59302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Compare, combine, decide.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20180"/>
          <a:ext cx="5191125" cy="2595811"/>
        </p:xfrm>
        <a:graphic>
          <a:graphicData uri="http://schemas.openxmlformats.org/drawingml/2006/table">
            <a:tbl>
              <a:tblPr/>
              <a:tblGrid>
                <a:gridCol w="1557337"/>
                <a:gridCol w="3633787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Symbol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==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Equals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!=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equals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Smaller than or equal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Larger than or equal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Smaller than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Larger than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4617591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Remember: = assigns a value; == compares two values.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225" y="1592560"/>
            <a:ext cx="6350" cy="323835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7"/>
          <p:cNvSpPr/>
          <p:nvPr/>
        </p:nvSpPr>
        <p:spPr>
          <a:xfrm>
            <a:off x="6607175" y="1592560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07175" y="191065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07175" y="200273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&amp;&amp;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67575" y="2028130"/>
            <a:ext cx="46797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AND: both must be true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07175" y="246310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7175" y="255518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||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67575" y="2580580"/>
            <a:ext cx="46797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OR: any one is true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07175" y="301555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07175" y="346640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7175" y="310763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!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267575" y="3133030"/>
            <a:ext cx="46797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07175" y="3672780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DECIDE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07175" y="3987701"/>
            <a:ext cx="5203825" cy="5334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59277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(…) { } else if (…) { } else { }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84051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Mini Calculator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80448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questions before you code.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57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513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0000" y="1751310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ask users to input two numbers? How to store them?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6800" y="1751310"/>
            <a:ext cx="6934200" cy="91688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Serial.println("Please type your first number.");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while(Serial.available()==0){}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Serial.parseInt();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82376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93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70000" y="2979341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add the two numbers? Store it to where?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6800" y="2979341"/>
            <a:ext cx="6934200" cy="47496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sum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a+b;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3269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63976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8827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70000" y="3788271"/>
            <a:ext cx="34010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show the answer?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76800" y="3788271"/>
            <a:ext cx="6934200" cy="69592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Serial.print("The answer is:");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Serial.println(sum);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265840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Example: Mini Calculator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309717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full sketch.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490960"/>
            <a:ext cx="6985000" cy="39306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77800" rIns="59690" bIns="152400" rtlCol="0" anchor="t">
            <a:norm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Serial.println("Please type your first number.");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a = Serial.parseInt();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Serial.println(a);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Serial.println("Please type your second number.");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b = Serial.parseInt();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Serial.println(b);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sum = a+b;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Serial.print("The answer is:");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Serial.println(sum);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77200" y="1490960"/>
            <a:ext cx="6350" cy="39306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489950" y="1490960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89950" y="1831280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numbers from the serial monitor.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89950" y="2207171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89950" y="2547491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them and store the result in sum.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89950" y="2923381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89950" y="3263702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 the answer.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24141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 1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94145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number is larger?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490960"/>
            <a:ext cx="6985000" cy="3925788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52400" rIns="59690" bIns="12700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Serial.println("Please enter your first number.");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a = Serial.parseInt();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Serial.println(a);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Serial.println("Please enter your second number.");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b = Serial.parseInt();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Serial.println(b);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if(a&gt;b){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Serial.print(a);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 is the larger number");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else{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Serial.print(b);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 is the larger number");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77200" y="1490960"/>
            <a:ext cx="6350" cy="39257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489950" y="1490960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NOTES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89950" y="1831280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 to your note page 2.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89950" y="2207171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THINK ABOUT 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89950" y="2547491"/>
            <a:ext cx="34206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prints when both numbers are the same?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45678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 2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19237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a score into a grade.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490960"/>
            <a:ext cx="7493000" cy="403473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52400" rIns="44450" bIns="127000" rtlCol="0" anchor="t">
            <a:normAutofit/>
          </a:bodyPr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Serial.println("Please enter your score.");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score = Serial.parseInt();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Serial.println(score);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(score&gt;=85 &amp;&amp; score&lt;=100){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Serial.println("Your grade is A");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(score&gt;=75 &amp;&amp; score&lt;=84){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Serial.println("Your grade is B");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(score&gt;=60 &amp;&amp; score&lt;=74){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Serial.println("Your grade is C");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(score&lt;60){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Serial.println("Your grade is D");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Serial.println("The full mark should be 100, please enter again.");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632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85200" y="1490960"/>
            <a:ext cx="6350" cy="403473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997950" y="1490960"/>
            <a:ext cx="2897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97950" y="1783655"/>
            <a:ext cx="2813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97950" y="1863030"/>
            <a:ext cx="355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29750" y="1878905"/>
            <a:ext cx="245268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85 – 100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97950" y="2191296"/>
            <a:ext cx="2813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97950" y="2270671"/>
            <a:ext cx="355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29750" y="2286546"/>
            <a:ext cx="245268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 – 84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97950" y="2598936"/>
            <a:ext cx="2813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7950" y="2678311"/>
            <a:ext cx="355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29750" y="2694186"/>
            <a:ext cx="245268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60 – 74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97950" y="3006576"/>
            <a:ext cx="2813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97950" y="3414216"/>
            <a:ext cx="2813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97950" y="3085951"/>
            <a:ext cx="355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29750" y="3101826"/>
            <a:ext cx="245268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Below 60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97950" y="3518991"/>
            <a:ext cx="2897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Anything above 100 falls to else.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28060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98711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function per sensor.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49096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A SENSOR DOES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831280"/>
            <a:ext cx="3401060" cy="126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sensor detects and measures changes in our environment and converts them into electrical signals, which can be used to provide information, control the outputs, or trigger some useful action.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4200" y="1490960"/>
            <a:ext cx="6350" cy="3721001"/>
          </a:xfrm>
          <a:prstGeom prst="rect">
            <a:avLst/>
          </a:prstGeom>
          <a:solidFill>
            <a:srgbClr val="D4D4D4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19650" y="1503660"/>
          <a:ext cx="6991350" cy="3708301"/>
        </p:xfrm>
        <a:graphic>
          <a:graphicData uri="http://schemas.openxmlformats.org/drawingml/2006/table">
            <a:tbl>
              <a:tblPr/>
              <a:tblGrid>
                <a:gridCol w="2377059"/>
                <a:gridCol w="4614291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Sensor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Function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Ultrasonic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incipe.getDistance() · cm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Temperature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incipe.getTemperature()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Humidity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incipe.getHumidity()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Light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incipe.getLightIntensity()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Air quality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incipe.getPPM()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Alcohol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incipe.getAlcoholPPM()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 gas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incipe.getCOPPM()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Flame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incipe.getFlameIntensity()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Button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incipe.getButtonResponse() · 1 = pressed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64240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573679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raw numbers into meaning.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6036882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cleaning is the process of fixing or removing incorrect or incomplete raw data. Here, we focus on how to interpret the raw data to make it more useful.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542431"/>
            <a:ext cx="2931170" cy="485130"/>
          </a:xfrm>
          <a:prstGeom prst="rect">
            <a:avLst/>
          </a:prstGeom>
          <a:solidFill>
            <a:srgbClr val="E1E1E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incipe.getLightIntensity()</a:t>
            </a:r>
            <a:endParaRPr lang="en-US" sz="13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69370" y="2696071"/>
            <a:ext cx="355600" cy="177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77370" y="2642741"/>
            <a:ext cx="14630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700, 1000…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3179961"/>
            <a:ext cx="60368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raw reading means little on its own. if-else gives it a label people understand.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53250" y="1643360"/>
            <a:ext cx="6350" cy="268972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9"/>
          <p:cNvSpPr/>
          <p:nvPr/>
        </p:nvSpPr>
        <p:spPr>
          <a:xfrm>
            <a:off x="7366000" y="1643360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AIR QUALITY, IN PLAIN STEPS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6000" y="1958280"/>
            <a:ext cx="4445000" cy="205988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135890" bIns="1778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AQvalue &lt; xxxx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Good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AQvalue &gt; xxxx and &lt; xxxx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Moderate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Poor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66000" y="4119761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Students choose the xxxx boundaries.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19691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21971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 30°C, what is shown at "temp1"?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2560"/>
            <a:ext cx="6350000" cy="268982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46560"/>
            <a:ext cx="59126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161480"/>
            <a:ext cx="5912612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temp = incipe.getTemperature();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(temp&gt;30){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incipe.onscreen("temp1", "hot");}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(temp&lt;10){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incipe.onscreen("temp1", "cold");}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incipe.onscreen("temp1", temp);}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42200" y="1592560"/>
            <a:ext cx="6350" cy="268982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854950" y="1592560"/>
            <a:ext cx="4074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54950" y="1932880"/>
            <a:ext cx="407473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854950" y="2562771"/>
            <a:ext cx="4074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54950" y="2903091"/>
            <a:ext cx="40747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 is not larger than 30, and not smaller than 10. So else runs and shows the temperature itself.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1887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1887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light reading jumps from 100 to 1000. What shows at "light1"?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2001490"/>
            <a:ext cx="6731000" cy="250567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2230090"/>
            <a:ext cx="63573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5200" y="2545011"/>
            <a:ext cx="6357366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light = incipe.getLightIntensity();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(light&gt;=700){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incipe.onscreen("light1", "bright");}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(light&gt;=300 &amp;&amp; light&lt;700){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incipe.onscreen("light1", "normal");}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incipe.onscreen("light1", "dark");}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23200" y="2001490"/>
            <a:ext cx="6350" cy="250567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8235950" y="2001490"/>
            <a:ext cx="36823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35950" y="2341811"/>
            <a:ext cx="368230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bright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35950" y="2915841"/>
            <a:ext cx="36823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35950" y="3256161"/>
            <a:ext cx="368230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1000 is larger than or equal to 700, so the first condition is true.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13850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Button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82155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 each press once.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4176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TRY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856680"/>
            <a:ext cx="3937000" cy="1681361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124206" bIns="1524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0;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(incipe.getButtonResponse() == 1)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a=a+1;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Serial.println(a);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639641"/>
            <a:ext cx="40551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= true (pressed). loop() runs many times while you hold the button, so a keeps going up.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78400" y="1541760"/>
            <a:ext cx="6350" cy="365477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5340350" y="1541760"/>
            <a:ext cx="66647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 ON RELEASE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0350" y="1856680"/>
            <a:ext cx="6470650" cy="3007122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48197" bIns="1524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0;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bool detect = false;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set as false at beginning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(incipe.getButtonResponse() == 1) 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pressed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detect = true;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(incipe.getButtonResponse() == 0 &amp;&amp; detect == true)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 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not pressed and detect is true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a=a+1;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Serial.println(a);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detect = false;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0350" y="4965402"/>
            <a:ext cx="666476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detect remembers the press; a goes up once, when you let go.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17743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36205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sensor haven’t we introduced yet?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75245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9989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COVERED SO FAR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13880"/>
            <a:ext cx="525856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Ultrasonic · Temperature &amp; humidity · Light · Air quality · Alcohol · CO gas · Flame · Button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175245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Sound sensor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219950" y="265931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99963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is the one sensor in the set not covered yet. It comes next.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07139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Sound Sensor · Preview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90841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ideas we will learn next.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11458956" cy="52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sound sensor uses </a:t>
            </a: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incipe.getSoundIntensity()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Its example sketch samples sound for a short time, stores the counts and averages them into Loud, Normal or Quiet.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99891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17366"/>
            <a:ext cx="157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2436416"/>
            <a:ext cx="95752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PreviousTime = millis();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85021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02496"/>
            <a:ext cx="157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While loop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2921546"/>
            <a:ext cx="95752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(millis() - PreviousTime &lt; SAMPLE_TIME) { … 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270151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7626"/>
            <a:ext cx="157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3406676"/>
            <a:ext cx="95752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database[100];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755281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240411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72756"/>
            <a:ext cx="157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14600" y="3891806"/>
            <a:ext cx="95752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1; i &lt; 100; i++) { … 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787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33447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698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164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1919585"/>
            <a:ext cx="66451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Wait, read, store: while(Serial.available()==0){} then Serial.parseInt().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6750"/>
            <a:ext cx="698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0502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19200" y="2508200"/>
            <a:ext cx="66451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if, else if &amp; else with &amp;&amp; turn a number into a decision, like a grade.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25366"/>
            <a:ext cx="698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13981"/>
            <a:ext cx="698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936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19200" y="3096816"/>
            <a:ext cx="66451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 readings are just numbers: the same if-else turns them into labels.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821956"/>
            <a:ext cx="719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K83 Lesson 3: Programming Sensors">
  <a:themeElements>
    <a:clrScheme name="PLK83 Lesson 3: Programming Sensors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PLK83 Lesson 3: Programming Sensors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PLK83 Lesson 3: Programming Sensors</dc:title>
  <dc:subject/>
  <dc:creator/>
  <cp:lastModifiedBy/>
  <cp:revision>1</cp:revision>
  <dcterms:created xsi:type="dcterms:W3CDTF">2026-10-09T05:23:11Z</dcterms:created>
  <dcterms:modified xsi:type="dcterms:W3CDTF">2026-10-09T05:23:11Z</dcterms:modified>
</cp:coreProperties>
</file>