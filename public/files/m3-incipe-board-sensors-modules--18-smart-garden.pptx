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8: calibrate the soil probe into % wet, automate watering with two thresholds, fail safe on a missing reading, and have AI suggest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need the board, the soil moisture probe, the temperature and humidity sensor, the light sensor, a plant pot and a cup of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Hysteresis is the big idea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means one program asking several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facts are copied from the Wiki pages and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stand-in is a Serial.println where the actuator call will go once the Wiki pages are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stand-ins also show that on some probes wet is the smaller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wet is the smaller number, both top and bottom are negative and the minus signs cancel.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Hysteresis: two thresholds, a gap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table-first habit as M2 Session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30 and 60 stops the flicker.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bool: only ever true or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Lines 7 and 8 are the fail-safe: a -1 reading stays at 100 % wet.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hysteresis.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wetPercent() above loop(), add setup() with Serial.begin(9600), and Upload. Each PUMP line is where incipe.setPumpSpeed(speed) will go once the Wiki says what speed 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4: the -1 reading keeps wet at 100, so nothing switches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use AI to design the automation logic and suggest optimal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the AI as a reviewer and adviser, not the author.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the pump keeps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168.33.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finish the task, including the grow light and the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M3: Sensors &amp; Modules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8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Integration: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Smart Garden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 the board to look after a plant.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garden’s senses: three sensors at once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From a raw number to “% wet”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Practice: automatic watering with a gap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 integration: design the logic, choose the thresholds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Builds on calibrating the soil probe in Session 1, states from M2 Session 4, and if from Lesson 2.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515245"/>
        </p:xfrm>
        <a:graphic>
          <a:graphicData uri="http://schemas.openxmlformats.org/drawingml/2006/table">
            <a:tbl>
              <a:tblPr/>
              <a:tblGrid>
                <a:gridCol w="2593848"/>
                <a:gridCol w="821385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Calibrate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Measure your own sensor at two known points (bone dry, in water) so its numbers mean something.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Threshold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number where the program changes what it does — below 30 % wet, start watering.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Hysteresis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Two thresholds, one to switch on and a higher one to switch off, so the output doesn’t flicker.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bool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variable that is only ever true or false.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Fail-safe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When something goes wrong, fall back to the harmless choice — here, not watering.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Stand-in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Serial.println in the spot where an actuator call will go.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Garden’s Senses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Smart Garden is a gardener’s morning round.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Feel the soil — dry? Water it. Look at the sky — dark? Switch on the lamp. Too hot? Open a window.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sensor answers one question; your program asks them all, every round.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Meet the Sensors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questions the garden asks.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41500"/>
            <a:ext cx="10820400" cy="13753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0193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LINE OF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296120"/>
            <a:ext cx="1062177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moisture = incipe.getSoilMoisture();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temperature = incipe.getTemperature();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float light = incipe.getLightIntensity();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3441700"/>
          <a:ext cx="10807700" cy="1330722"/>
        </p:xfrm>
        <a:graphic>
          <a:graphicData uri="http://schemas.openxmlformats.org/drawingml/2006/table">
            <a:tbl>
              <a:tblPr/>
              <a:tblGrid>
                <a:gridCol w="3242310"/>
                <a:gridCol w="4323080"/>
                <a:gridCol w="1513078"/>
                <a:gridCol w="172923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Call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Value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detected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Read it every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incipe.getSoilMoisture()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float, a raw reading — no fixed unit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 ms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incipe.getTemperature()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float in degrees Celsius (°C)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2000 ms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incipe.getLightIntensity()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float from 0 (dark) to 1023 (bright)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20–500 ms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5800" y="5270500"/>
            <a:ext cx="111450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Don’t assume “high = wet”: calibrate your own soil probe. Wiki › Soil moisture, Temperature &amp; humidity, Light.</a:t>
            </a:r>
            <a:endParaRPr lang="en-US" sz="1200" dirty="0"/>
          </a:p>
        </p:txBody>
      </p:sp>
      <p:pic>
        <p:nvPicPr>
          <p:cNvPr id="10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Actuators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Stand-ins mark where each actuator call will go.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544042"/>
        </p:xfrm>
        <a:graphic>
          <a:graphicData uri="http://schemas.openxmlformats.org/drawingml/2006/table">
            <a:tbl>
              <a:tblPr/>
              <a:tblGrid>
                <a:gridCol w="2593848"/>
                <a:gridCol w="4323080"/>
                <a:gridCol w="3890772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Actuator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Job in the garden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Today’s stand-in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Water pump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Water the soil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PUMP ON / PUMP OFF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Servo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Open the greenhouse window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OPEN WINDOW / CLOSE WINDOW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LED strip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 light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 LIGHT ON / OFF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9370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Their Wiki pages name the functions but don’t yet say what values they take. The logic is the hard part — and it’s all here.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Raw to % Wet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calibration readings turn any number into “% wet”.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Like a progress bar: at 30 MB of a 60 MB download you are half-way — 30 ÷ 60.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Here: how far from dry ÷ the whole way from dry to wet. Today’s code uses 100 (dry) and 40 (wet) as stand-ins — replace them with your Session 1 numbers.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raw reading into % wet.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16256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139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DRY_VALUE = 100;   // probe in air: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WET_VALUE = 40;    // probe in water: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wetPercent(float raw)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(raw - DRY_VALUE) / (WET_VALUE - DRY_VALUE) * 100;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886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reading with the probe in the air: bone dry.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DRY_VALUE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raw reading into % wet.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16256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01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0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139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DRY_VALUE = 100;   // probe in air: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WET_VALUE = 40;    // probe in water: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wetPercent(float raw)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(raw - DRY_VALUE) / (WET_VALUE - DRY_VALUE) * 100;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886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reading with the probe in water: fully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DRY_VALUE = 100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WET_VALUE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raw reading into % wet.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16256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273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27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139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DRY_VALUE = 100;   // probe in air: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WET_VALUE = 40;    // probe in water: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wetPercent(float raw)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(raw - DRY_VALUE) / (WET_VALUE - DRY_VALUE) * 100;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4 · STEP 3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Call wetPercent(70): a reading between the two.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DRY_VALUE = 100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WET_VALUE = 40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raw reading into % wet.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16256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7559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755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139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DRY_VALUE = 100;   // probe in air: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WET_VALUE = 40;    // probe in water: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wetPercent(float raw)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(raw - DRY_VALUE) / (WET_VALUE - DRY_VALUE) * 100;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5 · STEP 4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far from dry? 70 − 100 = −30.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DRY_VALUE = 100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WET_VALUE = 40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70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raw reading into % wet.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16256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7559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755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139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DRY_VALUE = 100;   // probe in air: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WET_VALUE = 40;    // probe in water: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wetPercent(float raw)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(raw - DRY_VALUE) / (WET_VALUE - DRY_VALUE) * 100;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5 · STEP 5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whole way from dry to wet: 40 − 100 = −60.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DRY_VALUE = 100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WET_VALUE = 40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70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raw reading into % wet.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7366000" cy="16256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755900"/>
            <a:ext cx="73660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755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7325360" cy="139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DRY_VALUE = 100;   // probe in air: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WET_VALUE = 40;    // probe in water: change to yours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float wetPercent(float raw)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(raw - DRY_VALUE) / (WET_VALUE - DRY_VALUE) * 100;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5800" y="1714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5 · STEP 6 OF 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800" y="19812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−30 ÷ −60 = 0.5, then × 100 = 50. Half-way to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05800" y="3365500"/>
            <a:ext cx="36103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5800" y="3594100"/>
            <a:ext cx="361035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DRY_VALUE = 100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WET_VALUE = 40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70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result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</a:t>
            </a:r>
            <a:endParaRPr lang="en-US" sz="12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Flicker Problem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threshold makes the pump flicker.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“Water below 30 %”: at 30.1 % it stops, a minute later at 29.9 % it starts again — on, off, on, off.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Like running a bath: tap on when the water is low, off only when it is high enough. Two levels — that gap is hysteresis.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 First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states, two thresholds.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158032"/>
        </p:xfrm>
        <a:graphic>
          <a:graphicData uri="http://schemas.openxmlformats.org/drawingml/2006/table">
            <a:tbl>
              <a:tblPr/>
              <a:tblGrid>
                <a:gridCol w="2701925"/>
                <a:gridCol w="2701925"/>
                <a:gridCol w="2701925"/>
                <a:gridCol w="2701925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Switch when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Next state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Stand-in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watering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% wet below 30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Watering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PUMP ON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Watering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% wet above 60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watering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PUMP OFF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556000"/>
            <a:ext cx="111450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two-state machine, like the traffic light in M2 Session 4. A bool remembers which state you’re in.</a:t>
            </a:r>
            <a:endParaRPr lang="en-US" sz="15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watering below 30 %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START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01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0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2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 only above 60 %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START = 30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STOP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98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98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3 · STEP 3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pump starts off.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false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984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84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6 · STEP 4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Round 1: the reading is 70.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5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−1, so convert: 50 %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70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703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70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9 · STEP 6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!watering means “not watering” — true. Is 50 below 30? No.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70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989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98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7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watering, so this line does nothing either. Wait 2 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70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8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Round 2: the reading is 85 — 25 % wet. The soil is drying.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6703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6703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9 · STEP 9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watering, and 25 is below 30: switch 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85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989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98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10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 25 above 60? No — keep going.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true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85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11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Round 3: the reading is 73 — 45 %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true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989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98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12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 is above 30 now, but not above 60: the pump keeps running. That’s the gap at work.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true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73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45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4417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4417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8 · STEP 13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Round 4: the reading is 61 — 65 %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true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watering, round by round.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2997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8989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989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277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START = 30;   // % wet: start watering below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float STOP = 60;    // % wet: stop watering above this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3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bool watering = false;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4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5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void loop() {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6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raw = incipe.getSoilMoisture();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7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float wet = 100;                         // no reading: act as if wet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8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(raw != -1) wet = wetPercent(raw);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9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(watering &amp;&amp; wet &gt; STOP)   { watering = false; Serial.println("PUMP OFF");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delay(2000);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40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10 · STEP 14 OF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194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Watering, and 65 is above 60: switch off.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4940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5194300"/>
            <a:ext cx="2616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false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61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65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4940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5194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5270500"/>
            <a:ext cx="23284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OFF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Task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it your garden.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027734"/>
        </p:xfrm>
        <a:graphic>
          <a:graphicData uri="http://schemas.openxmlformats.org/drawingml/2006/table">
            <a:tbl>
              <a:tblPr/>
              <a:tblGrid>
                <a:gridCol w="864616"/>
                <a:gridCol w="9943084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Put in your own calibration values. Pick START and STOP for a real plant.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 light: print GROW LIGHT ON when the light falls below a threshold you choose (0 dark, 1023 bright), and OFF above a higher one. Use a second bool. Skip −1.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Window: print OPEN WINDOW above 30 °C and CLOSE WINDOW below 27 °C.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Pull the soil probe out while it runs. What does the Serial Monitor show, and why is that safe?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1106424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the AI to design the logic and suggest thresholds.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41500"/>
            <a:ext cx="10820400" cy="1815902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0701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PASTE YOUR SKETCH AND CALIBRATION INTO THE WORKSPACE AI CHAT WITH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397720"/>
            <a:ext cx="10621772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I’m building a Smart Garden on an ESP32 board. My soil probe reads [DRY] in air and [WET] in water; I convert it to “% wet” with the function below. Suggest START and STOP thresholds for watering a [type of plant], and a light threshold for a grow lamp on a 0 (dark) to 1023 (bright) scale. Explain each number in one sentence for a beginner. Keep my hysteresis and my −1 fail-safe. Do not change any incipe.* call.</a:t>
            </a:r>
            <a:endParaRPr lang="en-US" sz="1400" dirty="0"/>
          </a:p>
        </p:txBody>
      </p:sp>
      <p:pic>
        <p:nvPicPr>
          <p:cNvPr id="8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what comes back like a reviewer.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387054"/>
        </p:xfrm>
        <a:graphic>
          <a:graphicData uri="http://schemas.openxmlformats.org/drawingml/2006/table">
            <a:tbl>
              <a:tblPr/>
              <a:tblGrid>
                <a:gridCol w="4755388"/>
                <a:gridCol w="605231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Ask yourself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Are its thresholds in % wet, not raw numbers?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AI can’t know your probe’s raw range — only your calibration does.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Is STOP still higher than START?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Without the gap, the pump flickers again.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Is the −1 check still there?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missing probe must never start the pump.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Did it invent pump, servo or LED code, or change an incipe.* call?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Never accept that — compare with the Wiki. Keep your stand-ins.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Does the plant advice make sense?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Ask it why — then check one fact yourself.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DRY 100 and WET 40, what does wetPercent(100) return?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(100 - 100) / (40 - 100) * 100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reading equals “dry”.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wetPercent(40)?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(40 - 100) / (40 - 100) * 100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reading equals “wet”.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watering is false and the soil is 45 % wet. Does the pump start?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(!watering &amp;&amp; wet &lt; START)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...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START = 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 is not below START (30), so line 9 does nothing.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watering is true and the soil is 45 % wet. What happens?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(watering &amp;&amp; wet &gt; STOP)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...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STOP = 60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Keeps running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reading, different state, different result — that’s hysteresis.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line 8 converted −1 anyway, what would wetPercent(-1) print?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(-1 - 100) / (40 - 100) * 100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168.33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nonsense “very wet”. A probe going the other way would give a nonsense “very dry” and start the pump.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Calibrate, then convert: two readings turn any raw number into “% wet”, whichever way your probe goes.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thresholds — start low, stop high — and a bool for the state, so the pump switches once instead of flickering.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 safe: −1 never switches anything on. The AI can suggest thresholds; only your calibration knows your sensor.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53910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9: Building the Game Console.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Joystick, button and LED strip together.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8 · Integration: The Smart Garden">
  <a:themeElements>
    <a:clrScheme name="Session 8 · Integration: The Smart Garden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8 · Integration: The Smart Garden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 · Integration: The Smart Garden</dc:title>
  <dc:subject/>
  <dc:creator/>
  <cp:lastModifiedBy/>
  <cp:revision>1</cp:revision>
  <dcterms:created xsi:type="dcterms:W3CDTF">2026-10-09T05:05:38Z</dcterms:created>
  <dcterms:modified xsi:type="dcterms:W3CDTF">2026-10-09T05:05:38Z</dcterms:modified>
</cp:coreProperties>
</file>