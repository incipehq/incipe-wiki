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M3 Session 10: debugging like a detective, labelled Serial prints that find a real bug, a full test plan for both projects, and AI edge cases checked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need the Smart Garden and Game Console builds from Sessions 8 and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 versus cause is the key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Debugging is the scientific method applied to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matters: a fix can break something that used to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Incremental integration keeps the search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debug print compares what the program thinks with what is really happening.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 sets a value; == compares.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bug sits between the last right value and the first wrong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compiled both versions: the warning appears only with all warnings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it: put the buggy line into your Smart Garden, watch the debug lines, then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names logic analyzers; this is the concept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results come from the Session 8 code. Fill in Actual and Pass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row fails: symptom, clue, hypothesis, one change, retest — then rerun the whole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use AI to simulate edge cases and suggest robustness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the AI as a source of ideas to test, not of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[debug] raw=-1.00 wet=100.00.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[debug] raw=85.00 wet=25.00, then PUMP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the same line as the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PUMP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you stay on pixel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complete both test plans and fix every failing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M3: Sensors &amp; Modules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10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Integration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&amp; Debugging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out why it doesn’t work — then prove that it does.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Debugging like a detective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Serial prints: make the invisible visible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Practice: a full system test of both projects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 integration: edge cases and robustness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Builds on everything in M3 — especially the −1 fail-safe from Session 8 and the joystick edge from Session 5.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515245"/>
        </p:xfrm>
        <a:graphic>
          <a:graphicData uri="http://schemas.openxmlformats.org/drawingml/2006/table">
            <a:tbl>
              <a:tblPr/>
              <a:tblGrid>
                <a:gridCol w="2377694"/>
                <a:gridCol w="843000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mistake that makes a program do something you didn’t mean.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Debugging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Finding the bug and fixing it.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Symptom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 see go wrong — “the pump never starts”. Not the cause.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Hypothesis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best guess at the cause, which a test can prove or disprove.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Edge case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 unusual situation at the limits: a sensor unplugged, a button held, the end of the strip.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Test plan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table of things to try, what should happen, and what did happen.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Debug like a doctor, not a guesser.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patient says “my head hurts” — the symptom. The doctor forms a hypothesis, runs a test, and only then treats.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change code at random. Every change is a test of one idea.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steps, every time.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316063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Ask yourself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 Symptom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exactly goes wrong? When? Every time?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 Clue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do the numbers inside the program say? (Serial prints.)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 Hypothesis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Which line could cause this?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 Test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Change one thing, run it again. Did the symptom change?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5. Fix and retest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Fix it, then rerun every test that used to pass.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one module at a time.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the Smart Garden “doesn’t work”, which part is broken — the probe, the conversion, the thresholds?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one module, test it, then add the next. If it breaks, the bug is in what you just added.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Prints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the invisible visible.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board can’t show you its variables — unless you print them, with a label.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Next: the Smart Garden with one small change and a bug. The soil is bone dry, but the pump never starts.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bug with debug 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01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0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= -1) wet = 100;              // meant: no reading →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Serial.print("[debug] raw=");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 wet=");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Serial.println(wet);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1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probe is in dry soil. The sensor gives 85.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bug with debug 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98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98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= -1) wet = 100;              // meant: no reading →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Serial.print("[debug] raw=");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 wet=");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Serial.println(wet);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2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 converts to 25 % wet — dry, as expected.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85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bug with debug 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273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27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= -1) wet = 100;              // meant: no reading →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Serial.print("[debug] raw=");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 wet=");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Serial.println(wet);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3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closely: = not ==. This line puts −1 into raw.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bug with debug 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273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27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= -1) wet = 100;              // meant: no reading →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Serial.print("[debug] raw=");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 wet=");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Serial.println(wet);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4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if sees −1, which isn’t 0, so it counts as true: wet becomes 100.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-1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bug with debug 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= -1) wet = 100;              // meant: no reading →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Serial.print("[debug] raw=");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 wet=");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Serial.println(wet);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5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debug print shows what the program now believes.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-1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[debug] raw=-1.00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bug with debug 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= -1) wet = 100;              // meant: no reading →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Serial.print("[debug] raw=");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 wet=");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Serial.println(wet);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6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…and the soil looks soaking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-1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[debug] raw=-1.00 wet=100.00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bug with debug 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703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70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= -1) wet = 100;              // meant: no reading →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Serial.print("[debug] raw=");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 wet=");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Serial.println(wet);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9 · STEP 7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 is not below 30, so the pump never starts. That’s the symptom.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-1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[debug] raw=-1.00 wet=100.00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bug with debug 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273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27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= -1) wet = 100;              // meant: no reading →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Serial.print("[debug] raw=");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 wet=");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Serial.println(wet);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8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clue: the sensor said 85, the print says −1. Line 4 changed raw. Fix: raw == -1.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-1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[debug] raw=-1.00 wet=100.00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Warnings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compiler may stay silent.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10820400" cy="9943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082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410420"/>
            <a:ext cx="1062177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(raw == -1) wet = 100;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302000"/>
            <a:ext cx="111450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all warnings switched on, the compiler says “suggest parentheses around assignment used as truth value”.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064000"/>
            <a:ext cx="111450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the default settings, the same code compiles without a word — so never count on a warning to catch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953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Fixed, a reading of 85 prints [debug] raw=85.00 wet=25.00, then PUMP ON.</a:t>
            </a:r>
            <a:endParaRPr lang="en-US" sz="1300" dirty="0"/>
          </a:p>
        </p:txBody>
      </p:sp>
      <p:pic>
        <p:nvPicPr>
          <p:cNvPr id="11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Good Debug Prints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habits.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796604"/>
        </p:xfrm>
        <a:graphic>
          <a:graphicData uri="http://schemas.openxmlformats.org/drawingml/2006/table">
            <a:tbl>
              <a:tblPr/>
              <a:tblGrid>
                <a:gridCol w="4755388"/>
                <a:gridCol w="605231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Label every value: raw=, wet=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bare 85 on the screen means nothing two minutes later.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Print before and after a suspect line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bug is between the last right value and the first wrong one.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Print the state too: watering=1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Many bugs are “the program thinks it’s in a different state”.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 or switch them off when done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Extra prints slow the loop and hide real output.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Analyzers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logic analyzer records signals over time.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Engineers use one to see two chips talking bit by bit, when a wired connection misbehaves.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incipe.* code the board handles that conversation for you, so Serial prints are your first and best tool.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 · Full System Test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Garden test plan.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90700"/>
          <a:ext cx="10807700" cy="2328763"/>
        </p:xfrm>
        <a:graphic>
          <a:graphicData uri="http://schemas.openxmlformats.org/drawingml/2006/table">
            <a:tbl>
              <a:tblPr/>
              <a:tblGrid>
                <a:gridCol w="540385"/>
                <a:gridCol w="3998849"/>
                <a:gridCol w="4106926"/>
                <a:gridCol w="1296924"/>
                <a:gridCol w="864616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#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Expected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Actual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Pass?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Probe in the air, with a debug print of wet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wet close to 0; PUMP ON once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Then probe into a cup of water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wet close to 100; PUMP OFF once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Damp soil between your thresholds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new PUMP line — the state is kept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Unplug the probe while the pump is off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Nothing switches 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Unplug the probe while the pump is 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PUMP OFF on the next round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Cover the light sensor (grow-light task)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 LIGHT ON once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 · Full System Test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Game Console test plan.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90700"/>
          <a:ext cx="10807700" cy="2328763"/>
        </p:xfrm>
        <a:graphic>
          <a:graphicData uri="http://schemas.openxmlformats.org/drawingml/2006/table">
            <a:tbl>
              <a:tblPr/>
              <a:tblGrid>
                <a:gridCol w="540385"/>
                <a:gridCol w="3998849"/>
                <a:gridCol w="4106926"/>
                <a:gridCol w="1296924"/>
                <a:gridCol w="864616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#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Expected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Actual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Pass?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Leave the stick alone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new frames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Push right and hold for 5 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frame, you moved one pixel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 pixel 0, push left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 stay on pixel 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Catch the fruit on pixel 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score 1, the next fruit on pixel 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Unplug the joystick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Nothing moves — zone(-1) is 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Hold the push button 3 s, then let go (restart task)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restart, not several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the AI to predict edge cases.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41500"/>
            <a:ext cx="10820400" cy="1613495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0701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PASTE ONE PROJECT’S SKETCH INTO THE WORKSPACE AI CHAT WITH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397720"/>
            <a:ext cx="1062177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 is my Smart Garden sketch for an ESP32 board. List 6 edge cases it might meet (missing sensors, odd readings, timing). For each, predict exactly what my code prints, and suggest one robustness improvement in one sentence for a beginner. Do not rewrite the program, and do not change or add any incipe.* calls.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8260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AI can’t run your board — it predicts. Your job is to check.</a:t>
            </a:r>
            <a:endParaRPr lang="en-US" sz="1400" dirty="0"/>
          </a:p>
        </p:txBody>
      </p:sp>
      <p:pic>
        <p:nvPicPr>
          <p:cNvPr id="9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every prediction on the board.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796604"/>
        </p:xfrm>
        <a:graphic>
          <a:graphicData uri="http://schemas.openxmlformats.org/drawingml/2006/table">
            <a:tbl>
              <a:tblPr/>
              <a:tblGrid>
                <a:gridCol w="4971542"/>
                <a:gridCol w="583615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Ask yourself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Can I test each edge case on the board?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Add the testable ones as new rows in your test plan.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Did the prediction match what really printed?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Mark every row where the AI was wrong.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Does each suggestion keep the −1 fail-safe and the hysteresis?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“Robust” must never mean the pump runs when it shouldn’t.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Did it invent incipe.* functions or arguments?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Never accept that — compare with the Wiki.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Buggy code, the sensor gives 85. What does the debug line print?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2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(raw = -1) wet = 100;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Serial.print("[debug] raw=");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Serial.print(raw);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Serial.print(" wet=");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Serial.println(wet);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raw=-1.00 wet=100.00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sets raw to −1 and wet to 100 before the print. (The line starts with [debug].)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 to ==, the sensor gives 85, watering is false. What prints?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(raw == -1) wet = 100;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...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(!watering &amp;&amp; wet &lt; START) 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raw=85.00 wet=25.00, PUMP 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324098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60670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debug line, then PUMP ON — 25 is below START (30).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Fixed, the probe is unplugged (−1). What does the debug line print?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(raw == -1) wet = 100;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raw=-1.00 wet=100.00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Exactly what the bug printed! A print alone can’t tell “unplugged” from “bug” — plug the probe into dry soil and see whether raw changes.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Fixed, watering is true, the probe is unplugged. What prints next?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(watering &amp;&amp; wet &gt; STOP)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... Serial.println("PUMP OFF");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OFF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−1 reading keeps wet at 100, above STOP (60). The fail-safe switches the pump off.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Game Console: you’re on pixel 5 of 6 and push right. What should the test plan say?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constrain(player + z, 0, LEN - 1);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Stay on 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constrain(6, 0, 5) is 5.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Debug like a detective: symptom, clue, hypothesis, change one thing, retest — and integrate one module at a time.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Labelled Serial prints show what the program believes; watch for = where you meant ==.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test plan with expected results turns “it seems to work” into proof; the AI suggests edge cases, the board confirms them.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53910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M4 Session 1: Design thinking &amp; problem statement.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From building things right to building the right thing.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10 · System Integration &amp; Debugging">
  <a:themeElements>
    <a:clrScheme name="Session 10 · System Integration &amp; Debugging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10 · System Integration &amp; Debugging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 · System Integration &amp; Debugging</dc:title>
  <dc:subject/>
  <dc:creator/>
  <cp:lastModifiedBy/>
  <cp:revision>1</cp:revision>
  <dcterms:created xsi:type="dcterms:W3CDTF">2026-10-09T05:05:20Z</dcterms:created>
  <dcterms:modified xsi:type="dcterms:W3CDTF">2026-10-09T05:05:20Z</dcterms:modified>
</cp:coreProperties>
</file>