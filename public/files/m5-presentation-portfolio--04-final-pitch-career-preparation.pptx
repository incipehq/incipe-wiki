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M5 Session 4: polish the deck, write a README, film a 60–90 second demo video, and run the final showcase.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the deck, script, project, code, the M3 Session 10 test plan and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freeze is the rule students most often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checks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fix the two grows from Session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it so a stranger could rebuild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it: swap READMEs; your partner circles the first step where they’d get stuck.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curriculum task: create a demo video for your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about 65–80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check every frame for private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rule the course uses for its own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curriculum’s final event: live product pitch and demo to a panel of instructors and industry guests.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your instructors give their own rubric, use theirs.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real numbers or remove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anyone trying to rebuild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any two of paths, emails, passwords,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no, code freeze.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nothing switches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README, demo video, and a timed run-through.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9462" b="39462"/>
          <a:stretch/>
        </p:blipFill>
        <p:spPr>
          <a:xfrm>
            <a:off x="0" y="3003550"/>
            <a:ext cx="12192000" cy="3854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340106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</a:t>
            </a:r>
            <a:endParaRPr lang="en-US" sz="120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4064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 101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09940" y="406400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M5: Presentation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085850"/>
            <a:ext cx="1046480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4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Final Pitch &amp;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Career Preparation</a:t>
            </a:r>
            <a:endParaRPr lang="en-US" sz="3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 everything showcase-ready, then pitch.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171700"/>
          <a:ext cx="10807700" cy="1930053"/>
        </p:xfrm>
        <a:graphic>
          <a:graphicData uri="http://schemas.openxmlformats.org/drawingml/2006/table">
            <a:tbl>
              <a:tblPr/>
              <a:tblGrid>
                <a:gridCol w="1080770"/>
                <a:gridCol w="7781544"/>
                <a:gridCol w="1945386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Topic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Polish the pitch deck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Document your project so anyone could rebuild it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Make a 60–90 second demo video for your portfolio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final showcase: run of show and what panels look for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Words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Seven words you will hear today.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27200"/>
          <a:ext cx="10807700" cy="2874566"/>
        </p:xfrm>
        <a:graphic>
          <a:graphicData uri="http://schemas.openxmlformats.org/drawingml/2006/table">
            <a:tbl>
              <a:tblPr/>
              <a:tblGrid>
                <a:gridCol w="2810002"/>
                <a:gridCol w="799769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Plain 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Documentation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Writing that explains what your project is, how it works and how to rebuild it.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README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first document someone reads about a project.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Storyboard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plan of a video, shot by shot, before you film.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Screen recording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video of your screen, e.g. the Serial Monitor while the demo runs.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Showcase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final event: your live pitch and demo for a panel.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Panel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judges — here, instructors and industry guests.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Code freeze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tested version is final; no changes before the event.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Polish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 the car before the road trip.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Tyres, fuel, lights — before you leave, not on the motorway.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Polish the deck now, while there’s time to fix things.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Polish the Deck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checks.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27200"/>
          <a:ext cx="10807700" cy="2994124"/>
        </p:xfrm>
        <a:graphic>
          <a:graphicData uri="http://schemas.openxmlformats.org/drawingml/2006/table">
            <a:tbl>
              <a:tblPr/>
              <a:tblGrid>
                <a:gridCol w="2593848"/>
                <a:gridCol w="821385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Check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Question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Story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Problem → Solution → Technology → Impact, user as the hero?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One idea each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Can you say each slide’s point in one sentence?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Readable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Can the back row read every word?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Real numbers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Every number measured or collected? Any [ ] left?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Consistent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Same fonts, colours and titles throughout?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Demo slide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“Live demo”, with a backup right after it?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Spelling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Has someone else read every slide?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Timing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Does a full run-through fit in 5 minutes?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README is a recipe for your project.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dish you can’t write down is a dish only you can cook.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makes, the ingredients, the steps, and how to tell it worked.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README for an INCIPE project.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27200"/>
          <a:ext cx="10807700" cy="2994124"/>
        </p:xfrm>
        <a:graphic>
          <a:graphicData uri="http://schemas.openxmlformats.org/drawingml/2006/table">
            <a:tbl>
              <a:tblPr/>
              <a:tblGrid>
                <a:gridCol w="3026156"/>
                <a:gridCol w="7781544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Section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to write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Title + one sentence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“Smart Garden — a pot that waters itself only when the soil is dry.”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Photo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real build, modules labelled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problem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Problem statement, HMW, who it’s for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Parts list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INCIPE modules, linked to their Wiki pages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How it works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Block diagram, flowchart, plain words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How to run it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Plug in, open in INCIPE Workspace, upload; what the Serial Monitor shows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Calibration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DRY_VALUE, WET_VALUE, START, STOP — and how to find new ones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Tests · AI · Next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M3 Session 10 test plan filled in; AI did/checked/changed; known limits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Video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demo video is a film trailer.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shows the best moments, so people want to see more — 60 to 90 seconds, no more.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is also the backup for your live demo.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Video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Storyboard it before you film.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387054"/>
        </p:xfrm>
        <a:graphic>
          <a:graphicData uri="http://schemas.openxmlformats.org/drawingml/2006/table">
            <a:tbl>
              <a:tblPr/>
              <a:tblGrid>
                <a:gridCol w="2161540"/>
                <a:gridCol w="1296924"/>
                <a:gridCol w="7349236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Shot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Show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 Hook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 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problem in one picture — a dry, drooping plant.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 Problem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 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Who has it and why it matters, as a caption or voice-over.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3. Demo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30–45 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main path: dry soil → PUMP ON on the Serial Monitor → water flows (or the stand-in appears).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4. How it works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15 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block diagram while you explain in one or two sentences.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5. Close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 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Project name, your name, where to find the code.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Video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filming tips.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155924"/>
        </p:xfrm>
        <a:graphic>
          <a:graphicData uri="http://schemas.openxmlformats.org/drawingml/2006/table">
            <a:tbl>
              <a:tblPr/>
              <a:tblGrid>
                <a:gridCol w="4755388"/>
                <a:gridCol w="6052312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Landscape, phone propped up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Steady, wide shots look professional.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Light from the front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Otherwise your build is a dark shape.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Screen-record the Serial Monitor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Viewers can read it; phone shots of screens blur.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Quiet room, or captions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Many people watch without sound.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Cut every pause and mistake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Short is strong.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You Publish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 every frame for private details.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full file paths with your name, no email addresses, no passwords or keys in a screen recording — crop or blur them.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before you film classmates, and don’t show anyone who hasn’t agreed.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Final Showcase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run of show.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27200"/>
          <a:ext cx="10807700" cy="2328763"/>
        </p:xfrm>
        <a:graphic>
          <a:graphicData uri="http://schemas.openxmlformats.org/drawingml/2006/table">
            <a:tbl>
              <a:tblPr/>
              <a:tblGrid>
                <a:gridCol w="2377694"/>
                <a:gridCol w="8430006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When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before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Code freeze: upload the final tested sketch. Charge everything. Rehearse twice.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before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Backup video on the slide after “Live demo”. Check the deck opens on the showcase computer.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 the day, early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Set up, open the Serial Monitor, check every sensor gives a real value — not −1.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Just before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Prepare the start state: dry soil, cup of water, cloth. Breathe out slowly.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During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Pitch, demo the main path, take questions — “I don’t know yet” rather than invent.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After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Write down every question the panel asked — interview practice for Session 6.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Final Showcase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a panel often looks for.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515245"/>
        </p:xfrm>
        <a:graphic>
          <a:graphicData uri="http://schemas.openxmlformats.org/drawingml/2006/table">
            <a:tbl>
              <a:tblPr/>
              <a:tblGrid>
                <a:gridCol w="2593848"/>
                <a:gridCol w="8213852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Area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strong project shows…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Problem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real user and a clear, evidenced problem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Solution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working demo of the main path, with a backup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Technology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That you understand your own system — and can explain it simply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Testing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test plan with real results, including an unplugged sensor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Presentation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clear story, readable slides, confident delivery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Honesty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the AI did and what you did, said plainly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016500"/>
            <a:ext cx="1114501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instructors may give their own rubric — use theirs if they do. Everything you made goes into your portfolio (Session 5), interview prep (Session 6) and CV (Session 7).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deck still says “[3] of [5] students”, brackets and all. What do you do?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“[3] of [5] students we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interviewed lose a plant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every term.”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Real or remove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Replace it with your real interview numbers — or remove the claim. Never present a placeholder.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README has no “How to run it”. Who is stuck?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README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Title  Photo  Problem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Parts  How it works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(no How to run it)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Rebuilders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Anyone who tries to rebuild or test it — a judge, a future employer. Add the steps.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Name two things that must not be visible in a published screen recording.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/Users/[your name]/...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you@example.com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password: ********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Paths, emails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Any two of: a full file path with your name, an email address, a password, a key or token.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morning of the showcase you think of a small improvement. Upload it?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a better threshold?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 — freeze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 the version you tested; mention the improvement as “what’s next”.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judge unplugs the soil probe while the pump is off. What should happen?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 = -1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100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Nothing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−1 reading counts as 100 % wet, so nothing switches on — your fail-safe from M3 Session 8.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05000"/>
            <a:ext cx="343590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473920"/>
            <a:ext cx="343590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Polish like a pre-trip check: story, one idea per slide, real numbers only, a demo slide with a backup, a timed run-through.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28034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28034" y="2473920"/>
            <a:ext cx="3435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 like a recipe and cut a 60–90 second demo video — checking every frame for private details.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70317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70317" y="2473920"/>
            <a:ext cx="3435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Freeze the code the day before, check every sensor on the day, and keep the panel’s questions for your career prep.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953000"/>
            <a:ext cx="10820400" cy="77023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— Session 5: Portfolio &amp; project showcase.</a:t>
            </a: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Turning your projects into a portfolio: schematics, code, UI, demo videos and descriptions.</a:t>
            </a:r>
            <a:endParaRPr lang="en-US" sz="1300" dirty="0"/>
          </a:p>
        </p:txBody>
      </p:sp>
      <p:pic>
        <p:nvPicPr>
          <p:cNvPr id="12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 4 · Final Pitch &amp; Career Preparation">
  <a:themeElements>
    <a:clrScheme name="Session 4 · Final Pitch &amp; Career Preparation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Session 4 · Final Pitch &amp; Career Preparation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 · Final Pitch &amp; Career Preparation</dc:title>
  <dc:subject/>
  <dc:creator/>
  <cp:lastModifiedBy/>
  <cp:revision>1</cp:revision>
  <dcterms:created xsi:type="dcterms:W3CDTF">2026-10-09T05:30:32Z</dcterms:created>
  <dcterms:modified xsi:type="dcterms:W3CDTF">2026-10-09T05:30:32Z</dcterms:modified>
</cp:coreProperties>
</file>