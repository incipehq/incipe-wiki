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lesson: first lesson of Module 1, Fundamentals of Programming with C++. We cover the course, the Arduino IDE, setup and loop, data types, errors and the INCIPE library, then play with the INCIPE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AI chat, where students describe what they want and Incipe AI writes the code. Right: the sketchbook (project files) and the code editor. Top bar, left to right: Verify (magnifier icon), Upload (arrow), the Board menu showing the USB-connected board and whether it is online, and the terminal icon for the serial monitor and plotter.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screenshot shows 115200, but every sketch in this lesson uses Serial.begin(9600). If the baud rate does not match, the output looks garbled.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answer: Serial.begin(9600); inside setup().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 AVR boards such as the Arduino Mega, double is stored the same way as float, so both give about 6–7 significant digits.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 which type each number needs, and why extra decimal places do not always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6 in Serial.println(b,6) prints six decimal places.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quotes: double quotes for a String, single quotes for a char. Boolean is covered further in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answer: Serial.print("Hi"); or Serial.println("Hi"); after Serial.begin(9600).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i, ii and iii print 1. iv prints the text 0+1, because anything inside quotes is printed as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mistakes: the missing ; after int SensorValue = 10, and SenserValue spelled differently from the variable SensorValue.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code compiles and runs, so the IDE reports nothing. Only testing the equal case shows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 lines from the original sketch are left out here to fit the slide; the code itself is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it shows 10 in the light1 place on the INCIPE Board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543999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543999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rm grainy close-up of a pale bloom">    </p:cNvPr>
          <p:cNvPicPr>
            <a:picLocks noChangeAspect="1"/>
          </p:cNvPicPr>
          <p:nvPr/>
        </p:nvPicPr>
        <p:blipFill>
          <a:blip r:embed="rId1"/>
          <a:srcRect l="0" r="0" t="39410" b="39410"/>
          <a:stretch/>
        </p:blipFill>
        <p:spPr>
          <a:xfrm>
            <a:off x="0" y="2984500"/>
            <a:ext cx="12192000" cy="387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274701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3810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CSWCSS Regular Course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5080" y="381000"/>
            <a:ext cx="41859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M1: Programming with C++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143000"/>
            <a:ext cx="10464800" cy="1545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1</a:t>
            </a:r>
            <a:endParaRPr lang="en-US" sz="3800" dirty="0"/>
          </a:p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Course Overview &amp;</a:t>
            </a:r>
            <a:endParaRPr lang="en-US" sz="3800" dirty="0"/>
          </a:p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Programming Basics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68379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621899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the IDE to your first library.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5768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7800" y="1903710"/>
            <a:ext cx="388822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Course overview &amp; class setup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37931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8886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47800" y="2534890"/>
            <a:ext cx="5162729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Getting started in the INCIPE Workspace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301049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2004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47800" y="3166070"/>
            <a:ext cx="467058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Writing codes: setup(), loop() &amp; Serial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364167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85122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47800" y="3797250"/>
            <a:ext cx="136695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types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" y="427285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48240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47800" y="4428430"/>
            <a:ext cx="409729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Errors &amp; the error-free classwork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5800" y="490403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553521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113586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47800" y="5059611"/>
            <a:ext cx="3653969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Libraries &amp; the INCIPE Board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25688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Getting Started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45462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your way around INCIPE Workspace.</a:t>
            </a:r>
            <a:endParaRPr lang="en-US" sz="2800" dirty="0"/>
          </a:p>
        </p:txBody>
      </p:sp>
      <p:pic>
        <p:nvPicPr>
          <p:cNvPr id="6" name="Image 0" descr="INCIPE Workspace: AI chat panel on the left, sketchbook and code editor on the right, toolbar along the top">    </p:cNvPr>
          <p:cNvPicPr>
            <a:picLocks noChangeAspect="1"/>
          </p:cNvPicPr>
          <p:nvPr/>
        </p:nvPicPr>
        <p:blipFill>
          <a:blip r:embed="rId1"/>
          <a:srcRect l="-74" r="-74" t="0" b="0"/>
          <a:stretch/>
        </p:blipFill>
        <p:spPr>
          <a:xfrm>
            <a:off x="692150" y="1891010"/>
            <a:ext cx="6083300" cy="37973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8975" y="1887835"/>
            <a:ext cx="6089650" cy="3803650"/>
          </a:xfrm>
          <a:prstGeom prst="rect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pic>
        <p:nvPicPr>
          <p:cNvPr id="8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97400" y="1681460"/>
            <a:ext cx="355600" cy="304800"/>
          </a:xfrm>
          <a:prstGeom prst="rect">
            <a:avLst/>
          </a:prstGeom>
        </p:spPr>
      </p:pic>
      <p:pic>
        <p:nvPicPr>
          <p:cNvPr id="9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978400" y="1681460"/>
            <a:ext cx="184150" cy="304800"/>
          </a:xfrm>
          <a:prstGeom prst="rect">
            <a:avLst/>
          </a:prstGeom>
        </p:spPr>
      </p:pic>
      <p:pic>
        <p:nvPicPr>
          <p:cNvPr id="10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18150" y="1681460"/>
            <a:ext cx="76200" cy="304800"/>
          </a:xfrm>
          <a:prstGeom prst="rect">
            <a:avLst/>
          </a:prstGeom>
        </p:spPr>
      </p:pic>
      <p:pic>
        <p:nvPicPr>
          <p:cNvPr id="11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04000" y="1681460"/>
            <a:ext cx="76200" cy="3048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514475" y="35388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4498975" y="35388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4498975" y="14433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879975" y="14433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5419725" y="14433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505575" y="14433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7137400" y="1443335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7137400" y="1548110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7518400" y="1551285"/>
            <a:ext cx="4421378" cy="26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chat.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Ask Incipe AI to write or change your code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7137400" y="1901775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7137400" y="2006550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7518400" y="2009725"/>
            <a:ext cx="4421378" cy="50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Sketchbook &amp; code.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Your project files and the code editor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7137400" y="2597696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137400" y="2702471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7518400" y="2705646"/>
            <a:ext cx="4421378" cy="26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Verify.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To verify the code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7137400" y="3056136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137400" y="3160911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7518400" y="3164086"/>
            <a:ext cx="4421378" cy="26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Upload.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To upload the code to the INCIPE Board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7137400" y="3514576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7137400" y="3619351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7518400" y="3622526"/>
            <a:ext cx="4421378" cy="50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Board menu.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 INCIPE Board connected by USB, and its status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7137400" y="4210496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137400" y="4906417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137400" y="4315271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7518400" y="4318446"/>
            <a:ext cx="4421378" cy="50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 &amp; plotter.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 terminal icon: see results or plot graphs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44150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66971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virtual screen for the result of your code.</a:t>
            </a:r>
            <a:endParaRPr lang="en-US" sz="2800" dirty="0"/>
          </a:p>
        </p:txBody>
      </p:sp>
      <p:pic>
        <p:nvPicPr>
          <p:cNvPr id="6" name="Image 0" descr="INCIPE Workspace Console on the Serial tab: baud rate 115200, Start and Clear buttons, and an empty monitor reading No serial data">    </p:cNvPr>
          <p:cNvPicPr>
            <a:picLocks noChangeAspect="1"/>
          </p:cNvPicPr>
          <p:nvPr/>
        </p:nvPicPr>
        <p:blipFill>
          <a:blip r:embed="rId1"/>
          <a:srcRect l="-74" r="-74" t="0" b="0"/>
          <a:stretch/>
        </p:blipFill>
        <p:spPr>
          <a:xfrm>
            <a:off x="692150" y="1891010"/>
            <a:ext cx="6083300" cy="37973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8975" y="1887835"/>
            <a:ext cx="6089650" cy="3803650"/>
          </a:xfrm>
          <a:prstGeom prst="rect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pic>
        <p:nvPicPr>
          <p:cNvPr id="8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04000" y="1681460"/>
            <a:ext cx="76200" cy="304800"/>
          </a:xfrm>
          <a:prstGeom prst="rect">
            <a:avLst/>
          </a:prstGeom>
        </p:spPr>
      </p:pic>
      <p:pic>
        <p:nvPicPr>
          <p:cNvPr id="9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12850" y="1681460"/>
            <a:ext cx="76200" cy="698500"/>
          </a:xfrm>
          <a:prstGeom prst="rect">
            <a:avLst/>
          </a:prstGeom>
        </p:spPr>
      </p:pic>
      <p:pic>
        <p:nvPicPr>
          <p:cNvPr id="10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9950" y="2633960"/>
            <a:ext cx="76200" cy="749300"/>
          </a:xfrm>
          <a:prstGeom prst="rect">
            <a:avLst/>
          </a:prstGeom>
        </p:spPr>
      </p:pic>
      <p:pic>
        <p:nvPicPr>
          <p:cNvPr id="11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209800" y="2633960"/>
            <a:ext cx="76200" cy="7493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505575" y="14433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1114425" y="14433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771525" y="33483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2111375" y="33483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7137400" y="1440160"/>
            <a:ext cx="4813808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Similar to the screen in front of you, a serial monitor is a virtual screen inside the INCIPE Workspace for you to see the result of your code.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7137400" y="2342406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7137400" y="2447181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7518400" y="2450356"/>
            <a:ext cx="4421378" cy="26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Terminal icon.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Click it to open the Console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7137400" y="2800846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7137400" y="2905621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7518400" y="2908796"/>
            <a:ext cx="4421378" cy="50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tab.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Shows what your code prints; Plotter draws graphs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7137400" y="3496766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7137400" y="3601541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518400" y="3604716"/>
            <a:ext cx="4421378" cy="26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Baud rate.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Match Serial.begin(): 9600 in this lesson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7137400" y="3955207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137400" y="4413647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137400" y="4059982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7518400" y="4063157"/>
            <a:ext cx="4421378" cy="26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Opens the monitor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7137400" y="4543822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 first: select the board’s port in the Board menu.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55595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Writing Codes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4729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sketch has two functions.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RUNS ONCE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136080"/>
            <a:ext cx="5153025" cy="93469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304800" tIns="254000" rIns="168497" bIns="22860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</a:t>
            </a:r>
            <a:r>
              <a:rPr lang="en-US" sz="2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setup</a:t>
            </a:r>
            <a:r>
              <a:rPr lang="en-US" sz="2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 { }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248571"/>
            <a:ext cx="5307616" cy="277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Used for setting up the motherboard.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678436"/>
            <a:ext cx="530761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steps inside setup() function will only run once, after each powerup or reset of the INCIPE Board.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5225" y="1744960"/>
            <a:ext cx="6350" cy="2680146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6657975" y="17449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RUNS CONTINUOUSLY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57975" y="2136080"/>
            <a:ext cx="5153025" cy="93469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304800" tIns="254000" rIns="168497" bIns="22860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</a:t>
            </a:r>
            <a:r>
              <a:rPr lang="en-US" sz="2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loop</a:t>
            </a:r>
            <a:r>
              <a:rPr lang="en-US" sz="2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 { }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657975" y="3248571"/>
            <a:ext cx="5307616" cy="277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Codes written here will run continuously.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57975" y="3678436"/>
            <a:ext cx="5307616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Majority of your codes would be placed here. Codes here will mainly be what you want the INCIPE Board to do, and what data to give you.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648516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Writing Codes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755552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functions for your first sketches.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957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13210"/>
            <a:ext cx="28778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Serial.begin(9600)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84600" y="1713210"/>
            <a:ext cx="82671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 activate your serial monitor.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07957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7050"/>
            <a:ext cx="28778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84600" y="2197050"/>
            <a:ext cx="82671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Prints numbers or words to the serial port. Words need “”, otherwise the computer would not understand. The words or numbers print on the same line.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81230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29781"/>
            <a:ext cx="28778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84600" y="2929781"/>
            <a:ext cx="82671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Similar to Serial.print(), but prints the data and then skips a line, so the next data is printed on a new line.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54503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62511"/>
            <a:ext cx="28778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delay()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84600" y="3662511"/>
            <a:ext cx="82671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Tells the computer to wait before the next order. The unit is millisecond (1s = 1000ms).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4028877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512717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146352"/>
            <a:ext cx="28778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Serial.parseInt()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84600" y="4146352"/>
            <a:ext cx="82671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Reads the integer input from users.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88464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52580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Printing “Hello world”.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5715000" cy="26924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304800" tIns="279400" rIns="151638" bIns="25400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Serial.println("Hello world");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delay(1000);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07200" y="1744960"/>
            <a:ext cx="6350" cy="2692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19950" y="2085280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setup() activates the serial monitor once. loop() prints Hello world on a new line, waits 1000ms, then repeats.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19950" y="2710061"/>
            <a:ext cx="4591050" cy="94481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11" name="Text 9"/>
          <p:cNvSpPr/>
          <p:nvPr/>
        </p:nvSpPr>
        <p:spPr>
          <a:xfrm>
            <a:off x="7448550" y="2913261"/>
            <a:ext cx="4257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PRACTICE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48550" y="3202781"/>
            <a:ext cx="425786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Let’s have a try yourselves.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45191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Slido Check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35174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activate serial monitor?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5715000" cy="126995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0497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ANSWER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90080"/>
            <a:ext cx="525856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 the line of code on Slido.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07200" y="1744960"/>
            <a:ext cx="6350" cy="126995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085280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in the Slido app.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19950" y="2461171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 show once the slide is presenting.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27097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Types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14094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ways to store a number.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906885"/>
            <a:ext cx="3437434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94210"/>
            <a:ext cx="3540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434530"/>
            <a:ext cx="354055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896791"/>
            <a:ext cx="3540557" cy="526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Integer.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Integer in Maths, can be positive, 0 or negative.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524746"/>
            <a:ext cx="354055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eg 1, 102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9634" y="1906885"/>
            <a:ext cx="3437483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9634" y="2094210"/>
            <a:ext cx="35406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9634" y="2434530"/>
            <a:ext cx="354060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29634" y="2896791"/>
            <a:ext cx="3540608" cy="526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Float.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Numbers that can have up to 7 decimal places.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9634" y="3524746"/>
            <a:ext cx="35406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eg 1.234, 2.345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73517" y="1906885"/>
            <a:ext cx="3437483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3517" y="2094210"/>
            <a:ext cx="35406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73517" y="2434530"/>
            <a:ext cx="354060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double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73517" y="2896791"/>
            <a:ext cx="3540608" cy="526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Double.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Numbers that can have up to 15 decimal places.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73517" y="3524746"/>
            <a:ext cx="35406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eg 1.234567890123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39316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Types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61339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precise does the number need to be?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9005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57710"/>
            <a:ext cx="114589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SUM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498030"/>
            <a:ext cx="11458956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1+1 </a:t>
            </a:r>
            <a:r>
              <a:rPr lang="en-US" sz="2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vs</a:t>
            </a:r>
            <a:r>
              <a:rPr lang="en-US" sz="2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001.000000000 + 001.000000000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85800" y="318189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446325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39071"/>
            <a:ext cx="114589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ROOM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779391"/>
            <a:ext cx="11458956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22°C </a:t>
            </a:r>
            <a:r>
              <a:rPr lang="en-US" sz="2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vs</a:t>
            </a:r>
            <a:r>
              <a:rPr lang="en-US" sz="2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22.3°C </a:t>
            </a:r>
            <a:r>
              <a:rPr lang="en-US" sz="2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vs</a:t>
            </a:r>
            <a:r>
              <a:rPr lang="en-US" sz="2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22.3278453624°C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21456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Types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07522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Declaring &amp; printing numbers.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DECLARE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32880"/>
            <a:ext cx="5153025" cy="2174081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203200" rIns="87725" bIns="1778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 = 10;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 </a:t>
            </a:r>
            <a:r>
              <a:rPr lang="en-US" sz="12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a_const = 10;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b = 10.123456;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 </a:t>
            </a:r>
            <a:r>
              <a:rPr lang="en-US" sz="12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b_const = 10.123456;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double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 = 10.123456789123456;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 </a:t>
            </a:r>
            <a:r>
              <a:rPr lang="en-US" sz="12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double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c_const = 10.123456789123456;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5225" y="1592560"/>
            <a:ext cx="6350" cy="339824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657975" y="15925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57975" y="1932880"/>
            <a:ext cx="5153025" cy="3057922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203200" rIns="87725" bIns="1778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put your setup code here, to run once: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Serial.print("a = 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Serial.println(a);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Serial.print("a_const = 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Serial.println(a_const);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Serial.print("b = 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Serial.println(b,6);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Serial.print("b_const = 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Serial.println(b_const,6);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88386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Types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68993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Storing characters &amp; words.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444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03710"/>
            <a:ext cx="4578350" cy="277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Char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– Single character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219275"/>
            <a:ext cx="45783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e.g 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623741"/>
            <a:ext cx="444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499346"/>
            <a:ext cx="444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79316"/>
            <a:ext cx="4578350" cy="277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– Multiple characters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094881"/>
            <a:ext cx="45783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e.g ABC, Hello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502521"/>
            <a:ext cx="4445000" cy="1133376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" y="3680321"/>
            <a:ext cx="41597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9000" y="3957141"/>
            <a:ext cx="4159758" cy="526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Boolean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– A data type whose value is either true or false.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37200" y="1744960"/>
            <a:ext cx="6350" cy="2890937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5949950" y="1744960"/>
            <a:ext cx="5861050" cy="2890937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79400" tIns="254000" rIns="120333" bIns="25400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String</a:t>
            </a: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text = "I am William";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char</a:t>
            </a: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character = 'A';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put your setup code here, to run once: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Serial.println(text);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Serial.println(character);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800812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Slido Check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932985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show a message Hi on serial monitor?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5715000" cy="126995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0497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ANSWER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90080"/>
            <a:ext cx="525856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 the line of code on Slido.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07200" y="1744960"/>
            <a:ext cx="6350" cy="126995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085280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in the Slido app.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19950" y="2461171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 show once the slide is presenting.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81887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Slido Check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1887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of the following can print 1 on serial monitor?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2153890"/>
            <a:ext cx="5715000" cy="233164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45869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CHOOSE ALL THAT APPLY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799011"/>
            <a:ext cx="5258562" cy="1407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</a:t>
            </a: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Serial.print(1);</a:t>
            </a:r>
            <a:endParaRPr lang="en-US" sz="16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ii</a:t>
            </a: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Serial.print("1");</a:t>
            </a:r>
            <a:endParaRPr lang="en-US" sz="16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iii</a:t>
            </a: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Serial.print(0+1);</a:t>
            </a:r>
            <a:endParaRPr lang="en-US" sz="16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iv</a:t>
            </a: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Serial.print("0+1");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07200" y="2153890"/>
            <a:ext cx="6350" cy="233164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215389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494211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in the Slido app.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19950" y="2870101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 show once the slide is presenting.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51398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09396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kinds of error.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906885"/>
            <a:ext cx="3437434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94210"/>
            <a:ext cx="3540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434530"/>
            <a:ext cx="354055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Syntax error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2866330"/>
            <a:ext cx="3540557" cy="277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Written mistakes.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245396"/>
            <a:ext cx="3540557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eg missing a bracket in a conditional statement, missing a “;” or mixing up single equal and double equal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9634" y="1906885"/>
            <a:ext cx="3437483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9634" y="2094210"/>
            <a:ext cx="35406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9634" y="2434530"/>
            <a:ext cx="35406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Run-time error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9634" y="2866330"/>
            <a:ext cx="3540608" cy="529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computer could not perform what you tell it to do.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9634" y="3497461"/>
            <a:ext cx="35406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eg 1/0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73517" y="1906885"/>
            <a:ext cx="3437483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3517" y="2094210"/>
            <a:ext cx="35406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73517" y="2434530"/>
            <a:ext cx="35406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Logical error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73517" y="2866330"/>
            <a:ext cx="3540608" cy="529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computer gives you an outcome, but not the one you expected.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57763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Syntax Error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33316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Spot the written mistakes.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6350000" cy="233045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304800" tIns="279400" rIns="132588" bIns="25400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SensorValue = 10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5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put your setup code here, to run once: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 (SenserValue);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42200" y="1744960"/>
            <a:ext cx="6350" cy="233045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7854950" y="1744960"/>
            <a:ext cx="40747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54950" y="2085280"/>
            <a:ext cx="40747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Press Verify. The IDE stops at the first written mistake.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54950" y="2710061"/>
            <a:ext cx="407473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many can you find before you run it?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71947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Logical Error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99356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Nothing happens when the values are equal.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WRITTEN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110680"/>
            <a:ext cx="5153025" cy="155952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28600" rIns="114649" bIns="20320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(sensorValue &gt; threshold)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Print("true"); }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 (sensorValue &lt; threshold)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Print("false"); 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822601"/>
            <a:ext cx="530761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Nothing would be performed when sensorValue = threshold.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225" y="1744960"/>
            <a:ext cx="6350" cy="232653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6657975" y="17449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57975" y="2110680"/>
            <a:ext cx="5153025" cy="155952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28600" rIns="114649" bIns="20320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(sensorValue </a:t>
            </a: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&gt;=</a:t>
            </a: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threshold)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Print("true"); }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 (sensorValue &lt; threshold)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Print("false"); 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57975" y="3822601"/>
            <a:ext cx="530761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sensorValue = threshold, it now prints true.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35762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Classwork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391179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Error-free exercise.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897360"/>
            <a:ext cx="5715000" cy="125978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2021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NOTES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517080"/>
            <a:ext cx="525856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 to your note page 7-8.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07200" y="1897360"/>
            <a:ext cx="6350" cy="12597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8973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237680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 every error so each sketch runs.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19950" y="2613571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Suggested answers follow.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63029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Suggested Answer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55957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1: print Hi every second.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643360"/>
            <a:ext cx="6858000" cy="3263801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304800" tIns="254000" rIns="117348" bIns="22860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put your setup code here, to run once: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</a:t>
            </a: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put your main code here, to run repeatedly: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</a:t>
            </a: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"Hi"</a:t>
            </a: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delay</a:t>
            </a: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(1000);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50200" y="1643360"/>
            <a:ext cx="6350" cy="326380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8362950" y="1643360"/>
            <a:ext cx="35514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CORRECTIONS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62950" y="1983680"/>
            <a:ext cx="3551492" cy="277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Bronze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marks each fix.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62950" y="2362746"/>
            <a:ext cx="35514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 with your own answer on note page 7-8.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31284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Suggested Answer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02467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2: calculate BMI.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490960"/>
            <a:ext cx="7493000" cy="3299718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177800" rIns="44450" bIns="152400" rtlCol="0" anchor="t">
            <a:norm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Serial.println("Please enter your height in m");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while(Serial.available()==0){}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height = Serial.parseFloat();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Please enter your weight in kg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while(Serial.available()==0){}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weight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= Serial.parseFloat();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BMI =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weight/height /height;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Serial.print("Your BMI is:");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Serial.println(BMI);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85200" y="1490960"/>
            <a:ext cx="6350" cy="329971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8997950" y="1490960"/>
            <a:ext cx="28974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CORRECTIONS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97950" y="1831280"/>
            <a:ext cx="2897442" cy="277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Bronze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marks each fix.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97950" y="2210346"/>
            <a:ext cx="289744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 with your own answer on note page 7-8.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52377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Suggested Answer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270421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3: print a variable.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643360"/>
            <a:ext cx="6858000" cy="3539381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304800" tIns="254000" rIns="117348" bIns="22860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</a:t>
            </a: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</a:t>
            </a: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1</a:t>
            </a: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put your setup code here, to run once: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put your main code here, to run repeatedly: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</a:t>
            </a: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</a:t>
            </a: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50200" y="1643360"/>
            <a:ext cx="6350" cy="353938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8362950" y="1643360"/>
            <a:ext cx="35514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CORRECTIONS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62950" y="1983680"/>
            <a:ext cx="3551492" cy="277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Bronze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marks each fix.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62950" y="2362746"/>
            <a:ext cx="35514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 with your own answer on note page 7-8.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5760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Libraries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49640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Pre-written code you can reuse.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6096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5935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09800" y="1903710"/>
            <a:ext cx="470916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collection of pre-written code that we can use to perform specific tasks.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557066"/>
            <a:ext cx="6096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3486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09800" y="2712641"/>
            <a:ext cx="4709160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Libraries reduce the amount of code you need by providing reusable functions or classes that can be called upon as needed.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614886"/>
            <a:ext cx="6096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423817"/>
            <a:ext cx="6096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926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09800" y="3770461"/>
            <a:ext cx="470916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can find different libraries and install them in Arduino IDE.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88200" y="1744960"/>
            <a:ext cx="6350" cy="268203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7600950" y="1744960"/>
            <a:ext cx="4210050" cy="120898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18" name="Text 16"/>
          <p:cNvSpPr/>
          <p:nvPr/>
        </p:nvSpPr>
        <p:spPr>
          <a:xfrm>
            <a:off x="7880350" y="2024360"/>
            <a:ext cx="37607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80350" y="2339280"/>
            <a:ext cx="376078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Install INCIPE library now.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649870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INCIPE Library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757130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lines to put data on the screen.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38635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70000" y="1929110"/>
            <a:ext cx="53632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#include "incipe.h"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81800" y="1941810"/>
            <a:ext cx="518007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Gain access to INCIPE library.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37678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67285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70000" y="2557760"/>
            <a:ext cx="53632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 incipe (true);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81800" y="2570460"/>
            <a:ext cx="518007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Activate the library.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0054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63408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95935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70000" y="3186410"/>
            <a:ext cx="53632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incipe.onscreen("place", "data/word")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81800" y="3199110"/>
            <a:ext cx="518007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Print “data/word” on that specific “place”.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93356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Slido Check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91288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does the following code do?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5715000" cy="164078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0497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90080"/>
            <a:ext cx="5258562" cy="716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10;</a:t>
            </a:r>
            <a:endParaRPr lang="en-US" sz="17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incipe.onscreen("light1", a);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07200" y="1744960"/>
            <a:ext cx="6350" cy="16407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085280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Please download and install the Slido app on all computers you use.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19950" y="2710061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 show once the slide is presenting.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74455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Hands-On &amp; Next Lesson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69268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Let’s play with the INCIPE Board.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520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03710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200" y="1906885"/>
            <a:ext cx="48138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Install the INCIPE library and add #include "incipe.h".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11350"/>
            <a:ext cx="520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66925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19200" y="2470100"/>
            <a:ext cx="481380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Pick a place on the screen and show a value with incipe.onscreen().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123456"/>
            <a:ext cx="520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686671"/>
            <a:ext cx="520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7903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19200" y="3282206"/>
            <a:ext cx="48138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Verify, then upload to the INCIPE Board.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994646"/>
            <a:ext cx="53632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99200" y="1744960"/>
            <a:ext cx="6350" cy="2605286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8" name="Text 16"/>
          <p:cNvSpPr/>
          <p:nvPr/>
        </p:nvSpPr>
        <p:spPr>
          <a:xfrm>
            <a:off x="6711950" y="1897360"/>
            <a:ext cx="52520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11950" y="2237680"/>
            <a:ext cx="525202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C++ Basics: Operators, Comments, Input &amp; Output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11950" y="2974280"/>
            <a:ext cx="525202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Introduction to Incipe Academy Advanced Sensor Kit.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11950" y="3350171"/>
            <a:ext cx="5099050" cy="607665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77800" rIns="62421" bIns="1524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Coming up.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Boolean, the true-or-false data type.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WCSS Lesson 1: Course Overview &amp; Programming Basics">
  <a:themeElements>
    <a:clrScheme name="CSWCSS Lesson 1: Course Overview &amp; Programming Basics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CSWCSS Lesson 1: Course Overview &amp; Programming Basics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CSWCSS Lesson 1: Course Overview &amp; Programming Basics</dc:title>
  <dc:subject/>
  <dc:creator/>
  <cp:lastModifiedBy/>
  <cp:revision>1</cp:revision>
  <dcterms:created xsi:type="dcterms:W3CDTF">2026-10-08T06:29:06Z</dcterms:created>
  <dcterms:modified xsi:type="dcterms:W3CDTF">2026-10-08T06:29:06Z</dcterms:modified>
</cp:coreProperties>
</file>