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recap of Lessons 1 to 4 with six checkpoints, then the minigame classwork.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 AVR boards such as the Arduino Mega, double is stored the same way as float.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Slido options were not in the source deck; the answer gives the correct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(Serial.available() == 0) {} waits until the user types something in the serial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number is read the same way and stored in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source code has no print line; the answer is the value of data after the if-else.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Slido options were not in the source deck; one valid example is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Sensors are review examples. The button counter and sound sensor sketch are not repeated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prints 0, 1, 2 … up to 25, each on a new line: 26 lines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4926509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4926509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Taster Workshop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270000"/>
            <a:ext cx="1046480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5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951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0211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Everything from Lessons 1 to 4.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65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433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789410"/>
            <a:ext cx="2439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 &amp; errors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52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491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395190"/>
            <a:ext cx="5361623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Showing data on the INCIPE Board screen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8580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549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000970"/>
            <a:ext cx="310997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Input, compare &amp; decide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4638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607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606750"/>
            <a:ext cx="306966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Sensors &amp; data cleaning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0696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2665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7800" y="4212530"/>
            <a:ext cx="226701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Arrays &amp; for loops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46754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28121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872286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7800" y="4818311"/>
            <a:ext cx="370474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Classwork: make a minigame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2557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297936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data types.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605260"/>
          <a:ext cx="11112500" cy="3075732"/>
        </p:xfrm>
        <a:graphic>
          <a:graphicData uri="http://schemas.openxmlformats.org/drawingml/2006/table">
            <a:tbl>
              <a:tblPr/>
              <a:tblGrid>
                <a:gridCol w="2000250"/>
                <a:gridCol w="6223000"/>
                <a:gridCol w="2889250"/>
              </a:tblGrid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Integer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Integer in Maths, can be positive, 0 or negative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1, 102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Float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Numbers that can have up to 7 decimal places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1.234, 2.345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Double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Numbers that can have up to 15 decimal places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1.234567890123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Single character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String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Multiple characters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ABC, Hello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Boolean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data type whose value is either true or false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true, false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324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2912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Syntax, run-time &amp; logic errors.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6535"/>
            <a:ext cx="393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76710"/>
            <a:ext cx="40551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71340"/>
            <a:ext cx="40551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mistakes, eg a missing “;” or bracket.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432645"/>
            <a:ext cx="393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62820"/>
            <a:ext cx="40551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Run-time error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857450"/>
            <a:ext cx="40551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computer could not perform what you tell it to do, eg 1/0.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449886"/>
            <a:ext cx="393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467126"/>
            <a:ext cx="393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80061"/>
            <a:ext cx="40551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 error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874691"/>
            <a:ext cx="40551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code runs, but the outcome is not what you expected.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1643360"/>
            <a:ext cx="6350" cy="282694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5441950" y="1643360"/>
            <a:ext cx="65601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 ERROR EXAMPLE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1950" y="1983680"/>
            <a:ext cx="6369050" cy="15087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78169" bIns="1778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(sensorValue &gt;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Print("true"); 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(sensorValue &lt;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Print("false"); 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1950" y="3619401"/>
            <a:ext cx="656012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would be performed when sensorValue = threshold.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887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887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is the correct format for creating a variable?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052290"/>
            <a:ext cx="5715000" cy="2350095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30629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672011"/>
            <a:ext cx="5258562" cy="150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type name = value;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10;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t = 25.5;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String s = "Hi";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07200" y="2052290"/>
            <a:ext cx="6350" cy="2350095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205229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392611"/>
            <a:ext cx="472878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10;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19950" y="293871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327903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 first, then the variable name, then = and a value, and end with “;”.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3848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· Process · Output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27364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Getting input into the program.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44935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62410"/>
            <a:ext cx="1193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1690985"/>
            <a:ext cx="30393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that goes into the program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064345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81820"/>
            <a:ext cx="1193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2210395"/>
            <a:ext cx="3098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program does with the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583755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103166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01230"/>
            <a:ext cx="1193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2729805"/>
            <a:ext cx="27030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result shown to the user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37200" y="1541760"/>
            <a:ext cx="6350" cy="295255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9950" y="1541760"/>
            <a:ext cx="60368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WITHOUT A LIBRARY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9950" y="1882080"/>
            <a:ext cx="5861050" cy="107245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52400" rIns="66485" bIns="12700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(Serial.available() == 0) {}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n = Serial.parseInt();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f = Serial.parseFloat();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9950" y="3081536"/>
            <a:ext cx="60368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THE INCIPE LIBRARY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9950" y="3421856"/>
            <a:ext cx="5861050" cy="107245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52400" rIns="66485" bIns="12700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incipe.getTemperature();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incipe.getLightIntensity();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incipe.getDistance();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0743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 Calculator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91181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questions, three steps.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57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513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1751310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ask users to input two numbers? How to store them?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0" y="1751310"/>
            <a:ext cx="6934200" cy="9168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type your first number.");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while(Serial.available()==0){}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Serial.parseInt();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823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93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70000" y="2979341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add the two numbers? Store it to where?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6800" y="2979341"/>
            <a:ext cx="6934200" cy="47496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a+b;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326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63976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8827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0000" y="3788271"/>
            <a:ext cx="34010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show the answer?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6800" y="3788271"/>
            <a:ext cx="6934200" cy="6959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Serial.print("The answer is:");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Serial.println(sum);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006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&amp; Decide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59302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Compare, combine, decide.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20180"/>
          <a:ext cx="5191125" cy="2595811"/>
        </p:xfrm>
        <a:graphic>
          <a:graphicData uri="http://schemas.openxmlformats.org/drawingml/2006/table">
            <a:tbl>
              <a:tblPr/>
              <a:tblGrid>
                <a:gridCol w="1557337"/>
                <a:gridCol w="3633787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Symbol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==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Equals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!=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equals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 or equal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&gt;=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 or equal 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4617591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Remember: = assigns a value; == compares two values.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225" y="1592560"/>
            <a:ext cx="6350" cy="323835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7"/>
          <p:cNvSpPr/>
          <p:nvPr/>
        </p:nvSpPr>
        <p:spPr>
          <a:xfrm>
            <a:off x="6607175" y="159256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07175" y="191065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7175" y="200273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67575" y="202813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AND: both must be true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07175" y="246310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7175" y="255518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||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67575" y="258058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OR: any one is true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07175" y="301555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07175" y="3466405"/>
            <a:ext cx="5203825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7175" y="3107630"/>
            <a:ext cx="558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67575" y="3133030"/>
            <a:ext cx="46797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07175" y="3672780"/>
            <a:ext cx="5359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07175" y="3987701"/>
            <a:ext cx="5203825" cy="533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59277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(…) { } else if (…) { } else { }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0400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24738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the value of data?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3360"/>
            <a:ext cx="5715000" cy="362952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973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263080"/>
            <a:ext cx="5258562" cy="2781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 = 8;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(data &lt; 5)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 = data + 5;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(data &gt; 8)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 = data - 3;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data++;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643360"/>
            <a:ext cx="6350" cy="362952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643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836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6135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5389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&lt; 5 is false and 8 &gt; 8 is false, so the else runs: data++ makes 8 into 9.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11385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95788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values make this true?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3360"/>
            <a:ext cx="5715000" cy="1714302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973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263080"/>
            <a:ext cx="5258562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(x &gt; y) &amp;&amp; !(y &gt;= z)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7200" y="1643360"/>
            <a:ext cx="6350" cy="171430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643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83680"/>
            <a:ext cx="472878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x=3, y=1, z=2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19950" y="250180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84212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Both sides of &amp;&amp; must be true: x &gt; y, and !(y &gt;= z) means y &lt; z. Any x &gt; y with y &lt; z works.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8707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9270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 readings need cleaning.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FUNCTIONS FOR SENSORS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7480"/>
            <a:ext cx="3937000" cy="2468563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124206" bIns="15240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incipe.getHumidity()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incipe.getDistance()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incipe.getCOPPM()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incipe.getAlcoholPPM()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incipe.getFlameIntensity()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592560"/>
            <a:ext cx="6350" cy="2783483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5441950" y="1592560"/>
            <a:ext cx="65601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41950" y="1907480"/>
            <a:ext cx="656012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Fixing or removing incorrect or incomplete raw data. Here, we focus on interpreting the raw data to make it more useful.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1950" y="2506861"/>
            <a:ext cx="6369050" cy="1841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51245" bIns="1524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&lt; xxxx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Good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AQvalue &gt; xxxx and &lt; xxxx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Moderate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 Poor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82038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7810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 an array: type, name, size.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164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data[6];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97600" y="192911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 array with a size of 6, without existing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513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966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value[5] = {2, 4, -8, 3, 2};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97600" y="253236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 array with a size of 5, with existing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546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578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229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number[2] = {2.8943, 10.23189};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7600" y="3135610"/>
            <a:ext cx="578180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can use other data types too: float, size of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8309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8904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Write, read &amp; clear by index.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52885"/>
            <a:ext cx="34713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4810"/>
            <a:ext cx="35754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90700"/>
            <a:ext cx="3471317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8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{1,2,3,4,5,6};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data[1] = 10;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54300"/>
            <a:ext cx="3575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{1,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,3,4,5,6}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87030"/>
            <a:ext cx="35754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data[1] is the second element. To change the first, use [0].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12717" y="1652885"/>
            <a:ext cx="3471366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2717" y="1814810"/>
            <a:ext cx="357550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12717" y="2190700"/>
            <a:ext cx="3471366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7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{1,10,3,4,5,6};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data[4];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2717" y="3054300"/>
            <a:ext cx="357550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x =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2717" y="3387030"/>
            <a:ext cx="357550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 gets a copy of the fifth element. The array does not change.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39683" y="1652885"/>
            <a:ext cx="34713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683" y="1814810"/>
            <a:ext cx="357545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683" y="2190700"/>
            <a:ext cx="3471317" cy="762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177800" tIns="152400" rIns="84328" bIns="12700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data[6] = {1,10,3,4,5,6};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data[5] = 0;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39683" y="3054300"/>
            <a:ext cx="3575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{1,10,3,4,5,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9683" y="3387030"/>
            <a:ext cx="35754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assume 0 means nothing, so this removes the sixth element.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40880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13647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in the array now?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3360"/>
            <a:ext cx="5715000" cy="1714302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973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263080"/>
            <a:ext cx="5258562" cy="85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array[5] = {1, 3, 5, 7, 9};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array[1] = array[2] + 3;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array[4] = array[3] - 2;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643360"/>
            <a:ext cx="6350" cy="171430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643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83680"/>
            <a:ext cx="472878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{1, 8, 5, 7, 5}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19950" y="250180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84212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array[1] = 5 + 3 = 8 and array[4] = 7 - 2 = 5. Index starts at 0.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3111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51779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 a command with a fixed structure.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for loop repeats some command. It is mainly used to control arrays.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95450"/>
            <a:ext cx="4978400" cy="1930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03200" rIns="146812" bIns="17780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 = 0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 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&lt;= 25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 </a:t>
            </a:r>
            <a:r>
              <a:rPr lang="en-US" sz="20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i++</a:t>
            </a: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Serial.println(i);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 = 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7561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Initial value of a variable to control the loop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9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&lt;= 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5800" y="4756100"/>
            <a:ext cx="36103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to determine the end of the loop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5800" y="4289375"/>
            <a:ext cx="3505200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5800" y="4425900"/>
            <a:ext cx="361035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i++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5800" y="4756100"/>
            <a:ext cx="36103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 of the value after each loop (i++ adds 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1876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Loop + Array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371379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i as the index.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41760"/>
            <a:ext cx="6350000" cy="3467348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78740" bIns="15240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data[5] = {0,1,2,3,4};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(int i = 0; i &lt; 5; i = i+1)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data[i]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delay(1000);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42200" y="1541760"/>
            <a:ext cx="6350" cy="346734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854950" y="154493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54950" y="166241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=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54950" y="194434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Initial value of i is 0, the first index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54950" y="229294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4950" y="241042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 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54950" y="269235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 i to below 5, the size of the array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54950" y="3040955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950" y="402009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54950" y="3158430"/>
            <a:ext cx="40747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data[i]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54950" y="3440361"/>
            <a:ext cx="407473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Prints data[0] the 1st time, data[1] the 2nd time, and so 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9410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6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5915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the value of 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643360"/>
            <a:ext cx="5715000" cy="225162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973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263080"/>
            <a:ext cx="5258562" cy="14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20;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number[5] = {1, 3, 5, 2, 4};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(int i = 0; i &lt; 4; i++)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a = a - number[i];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07200" y="1643360"/>
            <a:ext cx="6350" cy="225162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643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836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6135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53891"/>
            <a:ext cx="47287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 runs 0 to 3, so a = 20 − 1 − 3 − 5 − 2 = 9. number[4] is never used.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70447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31589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Lessons 1 to 4, done.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 we reviewed data types, errors, onscreen, input, if-else and logic, sensors, arrays and for loops.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83160"/>
            <a:ext cx="1145895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60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WCSS Lesson 5: Recap">
  <a:themeElements>
    <a:clrScheme name="CSWCSS Lesson 5: Recap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CSWCSS Lesson 5: Recap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CSWCSS Lesson 5: Recap</dc:title>
  <dc:subject/>
  <dc:creator/>
  <cp:lastModifiedBy/>
  <cp:revision>1</cp:revision>
  <dcterms:created xsi:type="dcterms:W3CDTF">2026-10-09T05:20:35Z</dcterms:created>
  <dcterms:modified xsi:type="dcterms:W3CDTF">2026-10-09T05:20:35Z</dcterms:modified>
</cp:coreProperties>
</file>