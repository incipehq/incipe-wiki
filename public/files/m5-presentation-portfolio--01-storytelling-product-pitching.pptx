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M5 Session 1: stories beat feature lists; Problem, Solution, Technology, Impact; the Hero’s Journey with the user as the hero; a 5-minute pitch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the Lean Canvas and 3-minute pitch from M4 Session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is the twist: the product is not the hero.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film, two descriptions.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order: start with technology and nobody knows why to care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brackets on these slides are placeholders for the students’ own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idea of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Mei is a made-up user for the example. Students build their hero from their real M4 interviews, and say if the hero is a composite.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keep the beats for the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curriculum task: draft a 5-minute pitch script for your Smart Garden or Game Console. The parts add up to exactly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 the circled sentence before the next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edits wording; the evidence stays yours.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Problem, Solution, Technology,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your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it starts with technology.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it is a wish, not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technical detail and extra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a timed 5-minute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9462" b="39462"/>
          <a:stretch/>
        </p:blipFill>
        <p:spPr>
          <a:xfrm>
            <a:off x="0" y="3003550"/>
            <a:ext cx="12192000" cy="3854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3401060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</a:t>
            </a:r>
            <a:endParaRPr lang="en-US" sz="120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4064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Incipe 101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409940" y="406400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M5: Presentation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085850"/>
            <a:ext cx="1046480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 1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Storytelling &amp;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Pitching</a:t>
            </a:r>
            <a:endParaRPr lang="en-US" sz="3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 your project into a story people remember.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2171700"/>
          <a:ext cx="10807700" cy="1930053"/>
        </p:xfrm>
        <a:graphic>
          <a:graphicData uri="http://schemas.openxmlformats.org/drawingml/2006/table">
            <a:tbl>
              <a:tblPr/>
              <a:tblGrid>
                <a:gridCol w="1080770"/>
                <a:gridCol w="7781544"/>
                <a:gridCol w="1945386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Topic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Why stories beat feature lists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pitch structure: Problem → Solution → Technology → Impact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Hero’s Journey: your user is the hero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04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Workshop: a 5-minute pitch script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572000"/>
            <a:ext cx="1114501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Builds on your Lean Canvas and 3-minute problem pitch from M4 Session 2.</a:t>
            </a:r>
            <a:endParaRPr lang="en-US" sz="13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Words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words you will hear today.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515245"/>
        </p:xfrm>
        <a:graphic>
          <a:graphicData uri="http://schemas.openxmlformats.org/drawingml/2006/table">
            <a:tbl>
              <a:tblPr/>
              <a:tblGrid>
                <a:gridCol w="2810002"/>
                <a:gridCol w="7997698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Plain meaning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Pitch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short talk that convinces listeners your problem matters and your solution is worth backing.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Hook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first sentence or two, made to grab attention.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Impact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changes for people because your product exists.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Hero’s Journey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story pattern: a hero meets a problem, gets help, overcomes it and is changed.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Guide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wise helper who gives the hero a plan — in a pitch, your product.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Call to action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last line: what you want listeners to do next.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Stories Sell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Facts tell; stories sell.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“2 hours 10 minutes, shot in 4K” — nobody cares. “A girl crosses the whole city to find her lost dog” — now you want to watch.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Listeners remember a person with a problem long after they forget your sensor’s name. Features still matter — inside the story.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Pitch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 → Solution → Technology → Impact.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790700"/>
          <a:ext cx="10807700" cy="2090043"/>
        </p:xfrm>
        <a:graphic>
          <a:graphicData uri="http://schemas.openxmlformats.org/drawingml/2006/table">
            <a:tbl>
              <a:tblPr/>
              <a:tblGrid>
                <a:gridCol w="1729232"/>
                <a:gridCol w="3242310"/>
                <a:gridCol w="5836158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Question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Smart Garden example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Problem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Who is struggling, and with what?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“Students who travel for competitions come back to dead plants.”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Solution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does it do, in one sentence?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“A pot that waters itself, only when the soil is actually dry.”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0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Technology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How does it work — simply?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“A probe measures how wet the soil is; the board waters below 30 % and stops above 60 %.”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0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Impact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changes, and how do you know?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“In our test, [the plant stayed healthy for 7 days away]. [3] of [5] students asked for one.”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Impact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Impact needs evidence you collected.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“Millions will love it” proves nothing. “[3] of [5] people we interviewed lose a plant every term” does.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Replace every [ ] with your own real numbers from interviews and tests — never invent one.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Hero’s Journey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user is the hero. Your product is the guide.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Like an adventure film: an ordinary person, a problem, a wise guide with a plan, a hard moment, a victory, a changed life.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you, not your product — the user. Then listeners care about what helped them.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Hero’s Journey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beats, mapped onto the pitch.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727200"/>
          <a:ext cx="10807700" cy="2328763"/>
        </p:xfrm>
        <a:graphic>
          <a:graphicData uri="http://schemas.openxmlformats.org/drawingml/2006/table">
            <a:tbl>
              <a:tblPr/>
              <a:tblGrid>
                <a:gridCol w="2593848"/>
                <a:gridCol w="6484620"/>
                <a:gridCol w="1729232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Beat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 your pitch (Smart Garden)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 Ordinary world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Mei, a student, loves her desk plants and competes in robotics.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Problem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2. The problem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Every competition weekend, her plants dry out. Three died this term.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Problem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3. Meets the guide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Smart Garden: it checks the soil and waters only when needed.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Solution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4. The plan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soil probe, two thresholds and a pump — no flooding, no forgetting.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Technology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5. The victory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Mei spends a week at the finals; the plant is fine when she returns.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Impact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6. A changed world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She travels without worrying — and her teammates want one too.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Impact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 It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 your six beats. 3 minutes.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sentence per beat, for your own project.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Who is your hero? If the answer is “me” or “my product”, start again.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Workshop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5-minute pitch script.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727200"/>
          <a:ext cx="10807700" cy="2328763"/>
        </p:xfrm>
        <a:graphic>
          <a:graphicData uri="http://schemas.openxmlformats.org/drawingml/2006/table">
            <a:tbl>
              <a:tblPr/>
              <a:tblGrid>
                <a:gridCol w="1945386"/>
                <a:gridCol w="1080770"/>
                <a:gridCol w="7781544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to say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Hook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30 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hero in their ordinary world, or a surprising moment from your interviews.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Problem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60 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Beat 2: the problem, who has it, and what your interviews found.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Solution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60 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Beat 3: your product in one sentence. Show it or a photo.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Technology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75 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Beat 4: what it senses, decides and does — in plain words. Use your M4 flowchart.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Impact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45 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Beats 5 and 6: what changed in your tests, with real numbers.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Close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30 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call to action: “Try it at our stand”, “We’re looking for five testers”.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Workshop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 it, time it, test it.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155924"/>
        </p:xfrm>
        <a:graphic>
          <a:graphicData uri="http://schemas.openxmlformats.org/drawingml/2006/table">
            <a:tbl>
              <a:tblPr/>
              <a:tblGrid>
                <a:gridCol w="864616"/>
                <a:gridCol w="9943084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Step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 this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Pick your hero and write the six beats.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Write the script in the six parts, in full sentences — the way you’ll say it.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Read it aloud with a stopwatch. Mark where each part ends.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Too long? Cut technical detail and extra features — never the problem or the hero.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Swap with a partner: they underline one sentence they’ll remember, and circle one they didn’t understand.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as an Editor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1106424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Let the AI find where the product steals the spotlight.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10820400" cy="136138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33600"/>
            <a:ext cx="106217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THE WORKSPACE AI CHAT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448520"/>
            <a:ext cx="10621772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Point out any sentence where the product, not the user, is the hero, and suggest a rewrite. Don’t add any facts or numbers I haven’t given you.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000500"/>
            <a:ext cx="111450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 every suggestion — the AI must not invent results for your Impact part.</a:t>
            </a:r>
            <a:endParaRPr lang="en-US" sz="1400" dirty="0"/>
          </a:p>
        </p:txBody>
      </p:sp>
      <p:pic>
        <p:nvPicPr>
          <p:cNvPr id="9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Put the four pitch parts in order.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Technology · Impact ·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Problem · Solution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 → S → T → I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Problem, Solution, Technology, Impact: listeners must care about the problem before the technology means anything.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2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the Hero’s Journey version of your pitch, who is the hero?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You · Your product ·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Your user · The judges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Your user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product is the guide that helps them.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pitch opens: “Our product uses an ESP32 board, a soil probe and a pump.” What’s wrong?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75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“Our product uses an ESP32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board, a soil probe and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 water pump.”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Tech first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with a hook — the hero and their problem — and bring the parts in during the Technology section.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4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Impact slide says “Millions of people will love this.” What’s wrong?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“Millions of people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will love this.”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 wish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evidence. Use what you measured: “[3] of [5] students we interviewed…” — with your real numbers.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5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script runs 7 minutes. What do you cut first?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75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Hook · Problem · Solution ·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Technology detail · Impact ·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Close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Detail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Technical detail and extra features. Keep the hero, the problem and the evidence.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things to take away.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905000"/>
            <a:ext cx="343590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473920"/>
            <a:ext cx="343590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Stories beat feature lists: people remember a person with a problem.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28034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28034" y="2473920"/>
            <a:ext cx="3435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 → Solution → Technology → Impact, with impact backed by real numbers you collected.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70317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170317" y="2473920"/>
            <a:ext cx="34359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user is the hero and your product is the guide — write the 5-minute script that way, and cut detail, not the story.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953000"/>
            <a:ext cx="10820400" cy="77023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— Session 2: Presentation techniques.</a:t>
            </a: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Slides with diagrams and demos, body language and voice, nerves, and live demos with a backup plan.</a:t>
            </a:r>
            <a:endParaRPr lang="en-US" sz="1300" dirty="0"/>
          </a:p>
        </p:txBody>
      </p:sp>
      <p:pic>
        <p:nvPicPr>
          <p:cNvPr id="12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ssion 1 · Storytelling &amp; Product Pitching">
  <a:themeElements>
    <a:clrScheme name="Session 1 · Storytelling &amp; Product Pitching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Session 1 · Storytelling &amp; Product Pitching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 · Storytelling &amp; Product Pitching</dc:title>
  <dc:subject/>
  <dc:creator/>
  <cp:lastModifiedBy/>
  <cp:revision>1</cp:revision>
  <dcterms:created xsi:type="dcterms:W3CDTF">2026-10-09T05:27:21Z</dcterms:created>
  <dcterms:modified xsi:type="dcterms:W3CDTF">2026-10-09T05:27:21Z</dcterms:modified>
</cp:coreProperties>
</file>