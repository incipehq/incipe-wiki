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store many values in one array, then use a for loop to go through them. Sensors appear only as quick review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number is read the same way and stored in b. The full sketch runs inside loop(), with Serial.begin(9600) in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are review examples only this lesson. The button counter and the sound sensor sketch from Lesson 3 are not repeated here; the sound sketch's array and for loop are what this lesson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poll did not list its options; Button is the clearest answer. Temperature and distance are also arguable, since they come back in °C and cm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three temperature readings in one array instead of three separate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2. This assumes data is declared above setup() (global), where unset elements start at 0. Declared inside a function, an unset element holds an unknown value, which is a good reason to always fill arrays before reading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prints 0, 1, 2 … up to 25, each on a new line: 26 lines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assume float database[100] is already filled with readings, as in the Lesson 3 sound sensor sketch. Run one or the other: the average loop clears the array as it goes. The original slide had a typo (databse[0]) in the last line; it is corrected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22858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22858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Taster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4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 &amp; For Loop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61145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8677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many values, then loop through them.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17200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 of Lesson 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40564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Array: create, write, read &amp; clear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105727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507492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 + for loop: average &amp; largest value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47800" y="4428430"/>
            <a:ext cx="320159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Classwork: handling 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1307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88901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mini calculator in three steps.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13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75131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ask users to input two numbers? How to store them?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1751310"/>
            <a:ext cx="6934200" cy="916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type your first number.");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Serial.parseInt();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23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93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979341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add the two numbers? Store it to where?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800" y="2979341"/>
            <a:ext cx="6934200" cy="47496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a+b;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26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39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882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788271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the answer?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788271"/>
            <a:ext cx="6934200" cy="6959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Serial.print("The answer is:");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Serial.println(sum);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8707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9270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readings need cleaning.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FUNCTIONS FOR 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7480"/>
            <a:ext cx="3937000" cy="246856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4206" bIns="1524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incipe.getHumidity()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incipe.getCOPPM()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incipe.getAlcoholPPM()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incipe.getFlameIntensity()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592560"/>
            <a:ext cx="6350" cy="278348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5441950" y="1592560"/>
            <a:ext cx="6560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1950" y="1907480"/>
            <a:ext cx="65601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Fixing or removing incorrect or incomplete raw data. Here, we focus on interpreting the raw data to make it more useful.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1950" y="2506861"/>
            <a:ext cx="6369050" cy="1841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5124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Good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&gt; xxxx and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Moderate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Poor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989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30848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sensor does not require data cleaning?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5715000" cy="175245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ABOUT WHAT EACH GIVES BACK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25856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 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700, 1000…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incipe.getPPM() 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a ppm number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incipe.getButtonResponse() 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1 or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592560"/>
            <a:ext cx="6350" cy="17524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5925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32880"/>
            <a:ext cx="472878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19950" y="250691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84723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already gives 1 (pressed) or 0 (not pressed), so there is nothing to interpret.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12613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3022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collection of variables, like a database.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2150" y="1751310"/>
            <a:ext cx="1257300" cy="1066800"/>
          </a:xfrm>
          <a:prstGeom prst="rect">
            <a:avLst/>
          </a:prstGeom>
          <a:solidFill>
            <a:srgbClr val="E1E1E1"/>
          </a:solidFill>
          <a:ln w="12700">
            <a:solidFill>
              <a:srgbClr val="D4D4D4"/>
            </a:solidFill>
            <a:prstDash val="solid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55800" y="1744960"/>
            <a:ext cx="1270000" cy="1079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0" tIns="12700" rIns="12700" bIns="12700" rtlCol="0" anchor="ctr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955800" y="17513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9450" y="1744960"/>
            <a:ext cx="0" cy="107950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5800" y="28181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5800" y="1744960"/>
            <a:ext cx="1270000" cy="1079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0" tIns="12700" rIns="12700" bIns="12700" rtlCol="0" anchor="ctr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23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225800" y="17513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450" y="1744960"/>
            <a:ext cx="0" cy="107950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5800" y="28181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400" y="2951460"/>
            <a:ext cx="1320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[0]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30400" y="2951460"/>
            <a:ext cx="1320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[1]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951460"/>
            <a:ext cx="1320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[2]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5400" y="1880245"/>
            <a:ext cx="6906768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name holds many values. Each box has an 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index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and we count the index from </a:t>
            </a: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instead of 1.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5400" y="2511375"/>
            <a:ext cx="6705600" cy="5536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14224" bIns="1270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data[3] = {22, 24, 23};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82038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7810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an array: type, name, size.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data[6];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19291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6, without existing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513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966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value[5] = {2, 4, -8, 3, 2};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97600" y="253236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5, with existing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546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578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29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number[2] = {2.8943, 10.23189};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7600" y="31356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use other data types too: float, size of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830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8904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Write, read &amp; clear by index.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{1,2,3,4,5,6};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data[1] = 10;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,3,4,5,6}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data[1] is the second element. To change the first, use [0].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12717" y="1652885"/>
            <a:ext cx="34713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2717" y="1814810"/>
            <a:ext cx="35755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2717" y="2190700"/>
            <a:ext cx="3471366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data[4];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2717" y="3054300"/>
            <a:ext cx="357550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x =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2717" y="3387030"/>
            <a:ext cx="357550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 gets a copy of the fifth element. The array does not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683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683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683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data[5] = 0;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683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{1,10,3,4,5,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683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assume 0 means nothing, so this removes the sixth element.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2838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1558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would be the new array?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69654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numbers[5] = {1,2,3,4,5};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numbers[2] = numbers[1] + numbers[4];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6965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{1,2,7,4,5}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19950" y="260340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4372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numbers[1] is 2 and numbers[4] is 5. Their sum, 7, replaces numbers[2], the third element.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66784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2732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291524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9989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39280"/>
            <a:ext cx="5258562" cy="209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data[8];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data[2] = 1.23;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data[5] = 2.34;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data[7] = 3.45;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data[1] + data[5];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Serial.println(x);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291524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data[1] was never set, so it is 0. 0 + 2.34 = 2.34, and x is an int, so the decimal part is dropped.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111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1779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 a command with a fixed structure.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 loop repeats some command. It is mainly used to control arrays.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95450"/>
            <a:ext cx="4978400" cy="1930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03200" rIns="146812" bIns="17780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Serial.println(i);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a variable to control the loop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to determine the end of the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47561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 of the value after each loop (i++ adds 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66784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2732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92519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10; i = i+2){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Serial.print(i);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92519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13579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starts at 1 and goes up by 2: 1, 3, 5, 7, 9. At 11 the loop stops. print keeps them on one line.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187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 + 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7137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 as the index.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350000" cy="346734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78740" bIns="15240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data[5] = {0,1,2,3,4};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5; i = i+1)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delay(1000);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42200" y="1541760"/>
            <a:ext cx="6350" cy="346734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854950" y="154493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54950" y="166241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54950" y="194434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i is 0, the first 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54950" y="229294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950" y="241042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54950" y="269235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 i to below 5, the size of the array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4950" y="304095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950" y="402009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4950" y="315843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54950" y="3440361"/>
            <a:ext cx="407473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Prints data[0] the 1st time, data[1] the 2nd time, and so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94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915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value of 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6096000" cy="26199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998960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39280"/>
            <a:ext cx="5650992" cy="179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database[3] = {1,2,3};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3; i++){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database[0] = database[0] + database[i];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database[0];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88200" y="1744960"/>
            <a:ext cx="6350" cy="261997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600950" y="1744960"/>
            <a:ext cx="4336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00950" y="2085280"/>
            <a:ext cx="433635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600950" y="2715171"/>
            <a:ext cx="4336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00950" y="3055491"/>
            <a:ext cx="43363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= 1: 1 + 2 = 3. i = 2: 3 + 3 = 6. database[0] collects the total, so a is 6.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9836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 + 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363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&amp; largest value of 100 readings.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58280"/>
            <a:ext cx="5153025" cy="17272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100; i++){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database[0] = database[0] + database[i];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database[i]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mean = database[0]/100;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Serial.println(mean);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787080"/>
            <a:ext cx="53076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every element into database[0], clearing each one, then divide by 100.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225" y="1643360"/>
            <a:ext cx="6350" cy="26059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LARGEST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1958280"/>
            <a:ext cx="5153025" cy="17272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100; i++){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(database[0] &lt; database[i]){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database[0] = database[i];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Serial.print(database[0]);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57975" y="3787080"/>
            <a:ext cx="530761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Whenever a bigger value turns up, keep it in database[0].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5294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94697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Handling data.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97360"/>
            <a:ext cx="5715000" cy="12597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2021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NOTES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517080"/>
            <a:ext cx="525856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 to your note page 8.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07200" y="1897360"/>
            <a:ext cx="6350" cy="12597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897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WILL NEED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237680"/>
            <a:ext cx="49720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array to store the data, and a for loop to go through 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87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44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19585"/>
            <a:ext cx="76393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array holds many values under one name; the index counts from 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6750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050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508200"/>
            <a:ext cx="76393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 loop has a start, an end condition and a step: for (int i = 0; i &lt; 5; i++).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5366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13981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36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096816"/>
            <a:ext cx="76393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Together, data[i] inside a for loop reads every element: to print, total or find the largest.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21956"/>
            <a:ext cx="81887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K83 Lesson 4: Array &amp; For Loop">
  <a:themeElements>
    <a:clrScheme name="PLK83 Lesson 4: Array &amp; For Loop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PLK83 Lesson 4: Array &amp; For Loop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PLK83 Lesson 4: Array &amp; For Loop</dc:title>
  <dc:subject/>
  <dc:creator/>
  <cp:lastModifiedBy/>
  <cp:revision>1</cp:revision>
  <dcterms:created xsi:type="dcterms:W3CDTF">2026-10-09T05:22:43Z</dcterms:created>
  <dcterms:modified xsi:type="dcterms:W3CDTF">2026-10-09T05:22:43Z</dcterms:modified>
</cp:coreProperties>
</file>