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recap of Lessons 1 to 4 with six checkpoints, then the minigame classwork.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Slido options were not in the source deck; the answer gives the correct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(Serial.available() == 0) {} waits until the user types something in the serial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number is read the same way and stored in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code has no print line; the answer is the value of data after the if-else.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Slido options were not in the source deck; one valid example is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are review examples. The button counter and sound sensor sketch are not repeated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prints 0, 1, 2 … up to 25, each on a new line: 26 lines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926509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926509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CSWCSS Regular Course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M1: 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5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951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0211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from Lessons 1 to 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65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433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789410"/>
            <a:ext cx="2439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 &amp; errors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52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491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395190"/>
            <a:ext cx="536162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Showing data on the INCIPE Board screen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8580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549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000970"/>
            <a:ext cx="310997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compare &amp; decide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4638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607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606750"/>
            <a:ext cx="306966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 &amp; data cleaning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0696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665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212530"/>
            <a:ext cx="22670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 &amp; for loops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6754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281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722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4818311"/>
            <a:ext cx="370474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make a minigame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57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7936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data types.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11112500" cy="3075732"/>
        </p:xfrm>
        <a:graphic>
          <a:graphicData uri="http://schemas.openxmlformats.org/drawingml/2006/table">
            <a:tbl>
              <a:tblPr/>
              <a:tblGrid>
                <a:gridCol w="2000250"/>
                <a:gridCol w="6223000"/>
                <a:gridCol w="2889250"/>
              </a:tblGrid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 in Maths, can be positive, 0 or negative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1, 102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Float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7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1.234, 2.345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Double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15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1.234567890123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character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Multiple characters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ABC, Hello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Boolean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data type whose value is either true or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true,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32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291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Syntax, run-time &amp; logic errors.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6535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76710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7134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mistakes, eg a missing “;” or bracket.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32645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2820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Run-time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57450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could not perform what you tell it to do, eg 1/0.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449886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67126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80061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874691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code runs, but the outcome is not what you expected.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643360"/>
            <a:ext cx="6350" cy="28269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41950" y="16433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1950" y="1983680"/>
            <a:ext cx="6369050" cy="15087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78169" bIns="1778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1950" y="3619401"/>
            <a:ext cx="656012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is the correct format for creating a variable?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052290"/>
            <a:ext cx="5715000" cy="235009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30629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672011"/>
            <a:ext cx="5258562" cy="150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type name = value;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 = 25.5;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 = "Hi";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2052290"/>
            <a:ext cx="6350" cy="235009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205229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392611"/>
            <a:ext cx="472878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19950" y="29387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27903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 first, then the variable name, then = and a value, and end with “;”.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3848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· Process · Output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27364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input into the program.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4493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241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1690985"/>
            <a:ext cx="30393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that goes into the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6434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8182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2210395"/>
            <a:ext cx="3098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program does with the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58375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103166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0123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2729805"/>
            <a:ext cx="2703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result shown to the user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7200" y="1541760"/>
            <a:ext cx="6350" cy="295255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9950" y="1541760"/>
            <a:ext cx="6036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A LIBRARY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9950" y="1882080"/>
            <a:ext cx="5861050" cy="107245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52400" rIns="66485" bIns="12700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(Serial.available() == 0) {}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 = Serial.parseInt();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f = Serial.parseFloat();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9950" y="3081536"/>
            <a:ext cx="6036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THE INCIPE LIBRARY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9950" y="3421856"/>
            <a:ext cx="5861050" cy="107245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52400" rIns="66485" bIns="12700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743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1181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questions, three steps.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00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&amp; Decide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59302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Compare, combine, decide.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20180"/>
          <a:ext cx="5191125" cy="2595811"/>
        </p:xfrm>
        <a:graphic>
          <a:graphicData uri="http://schemas.openxmlformats.org/drawingml/2006/table">
            <a:tbl>
              <a:tblPr/>
              <a:tblGrid>
                <a:gridCol w="1557337"/>
                <a:gridCol w="3633787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4617591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= assigns a value; == compares two values.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225" y="1592560"/>
            <a:ext cx="6350" cy="32383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7"/>
          <p:cNvSpPr/>
          <p:nvPr/>
        </p:nvSpPr>
        <p:spPr>
          <a:xfrm>
            <a:off x="6607175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07175" y="19106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7175" y="20027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7575" y="20281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AND: both must be true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07175" y="24631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7175" y="255518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7575" y="258058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OR: any one is 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07175" y="30155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07175" y="34664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7175" y="31076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67575" y="31330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07175" y="367278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07175" y="3987701"/>
            <a:ext cx="5203825" cy="533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5927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(…) { } else if (…) { } else { }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0400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4738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data?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362952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278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 = 8;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(data &lt; 5)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 = data + 5;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(data &gt; 8)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 = data - 3;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data++;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36295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5389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&lt; 5 is false and 8 &gt; 8 is false, so the else runs: data++ makes 8 into 9.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11385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57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values make this true?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171430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(x &gt; y) &amp;&amp; !(y &gt;= z)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171430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x=3, y=1, z=2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5018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212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sides of &amp;&amp; must be true: x &gt; y, and !(y &gt;= z) means y &lt; z. Any x &gt; y with y &lt; z works.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8707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927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need cleaning.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 FOR 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7480"/>
            <a:ext cx="3937000" cy="24685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incipe.getHumidity()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incipe.getCOPPM()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incipe.getAlcoholPPM()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incipe.getFlameIntensity()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592560"/>
            <a:ext cx="6350" cy="278348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5441950" y="15925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1950" y="1907480"/>
            <a:ext cx="65601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Fixing or removing incorrect or incomplete raw data. Here, we focus on interpreting the raw data to make it more useful.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1950" y="2506861"/>
            <a:ext cx="6369050" cy="1841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5124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2038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7810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an array: type, name, size.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data[6];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19291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6, without existing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513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96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value[5] = {2, 4, -8, 3, 2};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7600" y="253236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5, with existing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546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578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29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number[2] = {2.8943, 10.23189};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7600" y="31356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use other data types too: float, size of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0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04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Write, read &amp; clear by index.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{1,2,3,4,5,6};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data[1] = 10;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,3,4,5,6}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is the second element. To change the first, use [0].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12717" y="1652885"/>
            <a:ext cx="34713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2717" y="1814810"/>
            <a:ext cx="35755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2717" y="2190700"/>
            <a:ext cx="3471366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data[4];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2717" y="3054300"/>
            <a:ext cx="357550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x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2717" y="3387030"/>
            <a:ext cx="35755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 gets a copy of the fifth element. The array does not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683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683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683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0;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683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{1,10,3,4,5,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683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assume 0 means nothing, so this removes the sixth element.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4088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1364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in the array now?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171430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85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array[5] = {1, 3, 5, 7, 9};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array[1] = array[2] + 3;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array[4] = array[3] - 2;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171430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{1, 8, 5, 7, 5}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5018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212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array[1] = 5 + 3 = 8 and array[4] = 7 - 2 = 5. Index starts at 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11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1779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 a command with a fixed structure.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repeats some command. It is mainly used to control arrays.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95450"/>
            <a:ext cx="4978400" cy="1930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03200" rIns="146812" bIns="17780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Serial.println(i);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a variable to control the 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determine the end of the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47561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of the value after each loop (i++ adds 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187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713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 as the index.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46734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78740" bIns="15240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data[5] = {0,1,2,3,4};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5; i = i+1)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delay(1000);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46734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854950" y="154493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4950" y="166241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54950" y="194434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i is 0, the first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54950" y="229294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0" y="241042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54950" y="269235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 i to below 5, the size of the array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4950" y="304095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950" y="402009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950" y="315843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54950" y="3440361"/>
            <a:ext cx="407473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data[0] the 1st time, data[1] the 2nd time, and so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6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5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225162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14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20;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number[5] = {1, 3, 5, 2, 4};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0; i &lt; 4; i++)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 = a - number[i];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22516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5389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runs 0 to 3, so a = 20 − 1 − 3 − 5 − 2 = 9. number[4] is never used.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7044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31589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Lessons 1 to 4, done.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 we reviewed data types, errors, onscreen, input, if-else and logic, sensors, arrays and for loops.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83160"/>
            <a:ext cx="114589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5: Recap">
  <a:themeElements>
    <a:clrScheme name="CSWCSS Lesson 5: Recap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5: Recap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5: Recap</dc:title>
  <dc:subject/>
  <dc:creator/>
  <cp:lastModifiedBy/>
  <cp:revision>1</cp:revision>
  <dcterms:created xsi:type="dcterms:W3CDTF">2026-10-08T06:33:33Z</dcterms:created>
  <dcterms:modified xsi:type="dcterms:W3CDTF">2026-10-08T06:33:33Z</dcterms:modified>
</cp:coreProperties>
</file>