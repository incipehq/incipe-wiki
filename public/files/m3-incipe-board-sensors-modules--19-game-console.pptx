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M3 Session 9: the LED strip as a one-row screen, drawing each frame from the game state, and Strip Catcher on the Serial Monitor.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need the board, the joystick and the push button.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constrain is an Arduino function; % is plain C++.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Wiki gives the two function names; their arguments are not published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Keeping logic and display apart is the big design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state in, frame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Lines 2 to 4 are the whole game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strip, this println becomes incipe.showLED().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the events first, then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constrain(value, low, high) keeps value between low and high.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% is the remainder after dividing. It wraps the fruit back to the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zone() and draw() above loop(), call draw() once in setup() after Serial.begin(9600), and 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Copied from the Button page of the Wiki.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from fruit 4 with LEN 10: 1, then 8, then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P...*. score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pixel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pixel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pixel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pixel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finish the task, including GAME OVER after 20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9462" b="39462"/>
          <a:stretch/>
        </p:blipFill>
        <p:spPr>
          <a:xfrm>
            <a:off x="0" y="3003550"/>
            <a:ext cx="12192000" cy="3854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3401060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</a:t>
            </a:r>
            <a:endParaRPr lang="en-US" sz="120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4064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Incipe 101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409940" y="406400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M3: Sensors &amp; Modules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085850"/>
            <a:ext cx="1046480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 9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Integration: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Game Console</a:t>
            </a:r>
            <a:endParaRPr lang="en-US" sz="3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Make a game on a one-row screen.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171700"/>
          <a:ext cx="10807700" cy="1930053"/>
        </p:xfrm>
        <a:graphic>
          <a:graphicData uri="http://schemas.openxmlformats.org/drawingml/2006/table">
            <a:tbl>
              <a:tblPr/>
              <a:tblGrid>
                <a:gridCol w="1080770"/>
                <a:gridCol w="7781544"/>
                <a:gridCol w="1945386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Topic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strip is a one-row screen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Drawing the game state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Practice: Strip Catcher — move, catch, score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04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Make it a console: restart, speed, and what’s coming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572000"/>
            <a:ext cx="1114501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Builds on joystick zones and edges from Session 5, the for loop from Lesson 4, and states from M2 Session 4.</a:t>
            </a:r>
            <a:endParaRPr lang="en-US" sz="13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Words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words you will hear today.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155924"/>
        </p:xfrm>
        <a:graphic>
          <a:graphicData uri="http://schemas.openxmlformats.org/drawingml/2006/table">
            <a:tbl>
              <a:tblPr/>
              <a:tblGrid>
                <a:gridCol w="2593848"/>
                <a:gridCol w="8213852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Plain meaning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Pixel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One dot of light on the screen — on an LED strip, one LED.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Game state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Every number that describes the game right now: where you are, where the fruit is, the score.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Draw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Turn the game state into what the player sees.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constrain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Keeps a number inside a range: constrain(7, 0, 5) is 5.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% (remainder)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What’s left after dividing: 7 % 6 is 1. It wraps numbers around, like a clock.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One-Row Screen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LED strip is a screen one pixel tall.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stadium scoreboard is rows of bulbs; a strip is one row. Snake and Pong become one-row games: left or right.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 pixels with incipe.setLEDcolour(...), push them out with incipe.showLED(). What setLEDcolour takes isn’t published yet — so today the Serial Monitor is the screen.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Today’s Screen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character per pixel, one line per frame.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917700"/>
          <a:ext cx="10807700" cy="1158032"/>
        </p:xfrm>
        <a:graphic>
          <a:graphicData uri="http://schemas.openxmlformats.org/drawingml/2006/table">
            <a:tbl>
              <a:tblPr/>
              <a:tblGrid>
                <a:gridCol w="4863465"/>
                <a:gridCol w="5944235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 the strip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Today, on the Serial Monitor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Set one pixel’s colour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Print one character: P you, * the fruit, . off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incipe.showLED() — show the frame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Serial.println() — end the line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3556000"/>
            <a:ext cx="111450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the LED-strip page lists its arguments, only draw() changes. The game logic stays exactly the same.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4445000"/>
            <a:ext cx="1114501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joystick is the controller: reuse zone() and your own limits from Session 5. The code still uses the stand-in limits 25 and 75.</a:t>
            </a:r>
            <a:endParaRPr lang="en-US" sz="1300" dirty="0"/>
          </a:p>
        </p:txBody>
      </p:sp>
      <p:pic>
        <p:nvPicPr>
          <p:cNvPr id="8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Drawing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frame is a new page of a flip-book.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don’t move the drawing — you draw a new page from the facts: “you’re at 0, the fruit is at 4”.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game state is three numbers. draw() visits every pixel with a for loop.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Draw one frame.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415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41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LEN = 6;                // pixels on our pretend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player = 0;                   // where you are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fruit = 4;                    // what you’re catching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score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draw()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LEN; i++)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(i == player) Serial.print("P");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if (i == fruit) Serial.print("*");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Serial.print(".");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  score 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Serial.println(score);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 · STEP 1 OF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strip has 6 pixels, numbered 0 to 5.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LEN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Draw one frame.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701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70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LEN = 6;                // pixels on our pretend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player = 0;                   // where you are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fruit = 4;                    // what you’re catching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score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draw()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LEN; i++)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(i == player) Serial.print("P");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if (i == fruit) Serial.print("*");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Serial.print(".");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  score 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Serial.println(score);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2 · STEP 2 OF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start on pixel 0.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LEN = 6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Draw one frame.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2987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298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LEN = 6;                // pixels on our pretend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player = 0;                   // where you are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fruit = 4;                    // what you’re catching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score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draw()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LEN; i++)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(i == player) Serial.print("P");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if (i == fruit) Serial.print("*");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Serial.print(".");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  score 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Serial.println(score);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3 · STEP 3 OF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fruit waits on pixel 4.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LEN = 6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Draw one frame.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5273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273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LEN = 6;                // pixels on our pretend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player = 0;                   // where you are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fruit = 4;                    // what you’re catching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score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draw()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LEN; i++)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(i == player) Serial.print("P");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if (i == fruit) Serial.print("*");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Serial.print(".");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  score 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Serial.println(score);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4 · STEP 4 OF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points yet.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LEN = 6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Draw one frame.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2131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213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LEN = 6;                // pixels on our pretend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player = 0;                   // where you are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fruit = 4;                    // what you’re catching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score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draw()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LEN; i++)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(i == player) Serial.print("P");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if (i == fruit) Serial.print("*");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Serial.print(".");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  score 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Serial.println(score);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7 · STEP 5 OF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Visit every pixel, starting at 0.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LEN = 6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Draw one frame.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4417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441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LEN = 6;                // pixels on our pretend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player = 0;                   // where you are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fruit = 4;                    // what you’re catching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score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draw()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LEN; i++)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(i == player) Serial.print("P");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if (i == fruit) Serial.print("*");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Serial.print(".");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  score 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Serial.println(score);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8 · STEP 6 OF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Pixel 0 is where you are: print P.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LEN = 6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 =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Draw one frame.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2131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213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LEN = 6;                // pixels on our pretend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player = 0;                   // where you are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fruit = 4;                    // what you’re catching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score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draw()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LEN; i++)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(i == player) Serial.print("P");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if (i == fruit) Serial.print("*");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Serial.print(".");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  score 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Serial.println(score);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7 · STEP 7 OF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pixel.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LEN = 6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Draw one frame.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8989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8989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LEN = 6;                // pixels on our pretend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player = 0;                   // where you are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fruit = 4;                    // what you’re catching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score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draw()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LEN; i++)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(i == player) Serial.print("P");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if (i == fruit) Serial.print("*");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Serial.print(".");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  score 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Serial.println(score);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10 · STEP 8 OF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Pixels 1, 2 and 3 are neither you nor the fruit: a dot each.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LEN = 6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P...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Draw one frame.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6703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6703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LEN = 6;                // pixels on our pretend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player = 0;                   // where you are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fruit = 4;                    // what you’re catching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score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draw()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LEN; i++)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(i == player) Serial.print("P");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if (i == fruit) Serial.print("*");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Serial.print(".");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  score 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Serial.println(score);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9 · STEP 9 OF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Pixel 4 is the fruit: print *.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LEN = 6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P...*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Draw one frame.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8989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8989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LEN = 6;                // pixels on our pretend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player = 0;                   // where you are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fruit = 4;                    // what you’re catching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score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draw()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LEN; i++)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(i == player) Serial.print("P");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if (i == fruit) Serial.print("*");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Serial.print(".");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  score 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Serial.println(score);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10 · STEP 10 OF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Pixel 5: a dot. i becomes 6, not below 6, so the loop ends.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LEN = 6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P...*.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Draw one frame.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3561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356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LEN = 6;                // pixels on our pretend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player = 0;                   // where you are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fruit = 4;                    // what you’re catching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score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draw()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LEN; i++)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(i == player) Serial.print("P");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if (i == fruit) Serial.print("*");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Serial.print(".");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  score 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Serial.println(score);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12 · STEP 11 OF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Then the score label…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LEN = 6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 = 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P...*.  score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Draw one frame.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34544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5847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584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323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int LEN = 6;                // pixels on our pretend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player = 0;                   // where you are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fruit = 4;                    // what you’re catching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score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draw()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(int i = 0; i &lt; LEN; i++)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(i == player) Serial.print("P");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if (i == fruit) Serial.print("*");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else Serial.print(".");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Serial.print("  score ");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Serial.println(score);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13 · STEP 12 OF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…and the score. println ends the frame.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LEN = 6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 = 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800" y="44450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5800" y="4699000"/>
            <a:ext cx="35052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775200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P...*.  score 0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Practice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Strip Catcher: move, catch, score.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917700"/>
          <a:ext cx="10807700" cy="1544042"/>
        </p:xfrm>
        <a:graphic>
          <a:graphicData uri="http://schemas.openxmlformats.org/drawingml/2006/table">
            <a:tbl>
              <a:tblPr/>
              <a:tblGrid>
                <a:gridCol w="3890772"/>
                <a:gridCol w="6916928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Event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changes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Stick pushed (an edge)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player moves one pixel — but never off the strip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player lands on fruit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score goes up, fruit jumps 3 pixels on (wrapping round)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Anything changed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Draw a new frame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3937000"/>
            <a:ext cx="111450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curriculum task: map joystick inputs to game movements and display game state on LEDs.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game loop, one push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5273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273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   // from Session 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            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player = constrain(player + z, 0, LEN - 1);  // stay on the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(player == fruit) {                       // caught it!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score++;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fruit = (fruit + 3) % LEN;                 // next fruit, 3 pixels on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draw();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56261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4 · STEP 1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8801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 you’re on pixel 3 and the fruit is on 4. You push right: zone 1.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56261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880100"/>
            <a:ext cx="261620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3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4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0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56261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8801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game loop, one push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7559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7559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   // from Session 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            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player = constrain(player + z, 0, LEN - 1);  // stay on the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(player == fruit) {                       // caught it!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score++;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fruit = (fruit + 3) % LEN;                 // next fruit, 3 pixels on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draw();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56261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5 · STEP 2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8801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Just pushed (it was resting last pass) — go in.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56261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880100"/>
            <a:ext cx="261620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3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4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0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56261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8801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game loop, one push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9845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984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   // from Session 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            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player = constrain(player + z, 0, LEN - 1);  // stay on the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(player == fruit) {                       // caught it!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score++;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fruit = (fruit + 3) % LEN;                 // next fruit, 3 pixels on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draw();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56261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6 · STEP 3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8801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+ 1 = 4, inside 0 to 5, so you move to pixel 4.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56261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880100"/>
            <a:ext cx="261620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4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0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56261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8801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game loop, one push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2131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213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   // from Session 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            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player = constrain(player + z, 0, LEN - 1);  // stay on the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(player == fruit) {                       // caught it!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score++;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fruit = (fruit + 3) % LEN;                 // next fruit, 3 pixels on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draw();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56261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7 · STEP 4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8801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You’re on the fruit!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56261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880100"/>
            <a:ext cx="261620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4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4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0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56261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8801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game loop, one push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4417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441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   // from Session 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            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player = constrain(player + z, 0, LEN - 1);  // stay on the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(player == fruit) {                       // caught it!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score++;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fruit = (fruit + 3) % LEN;                 // next fruit, 3 pixels on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draw();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56261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8 · STEP 5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8801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score++ adds 1 to the score.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56261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880100"/>
            <a:ext cx="261620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4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4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56261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8801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game loop, one push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6703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6703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   // from Session 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            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player = constrain(player + z, 0, LEN - 1);  // stay on the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(player == fruit) {                       // caught it!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score++;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fruit = (fruit + 3) % LEN;                 // next fruit, 3 pixels on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draw();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56261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9 · STEP 6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8801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(4 + 3) is 7, and 7 % 6 is 1: the next fruit is on pixel 1.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56261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880100"/>
            <a:ext cx="261620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4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56261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8801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game loop, one push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1275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127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   // from Session 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            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player = constrain(player + z, 0, LEN - 1);  // stay on the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(player == fruit) {                       // caught it!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score++;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fruit = (fruit + 3) % LEN;                 // next fruit, 3 pixels on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draw();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56261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11 · STEP 7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8801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Draw the new frame.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56261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880100"/>
            <a:ext cx="261620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4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56261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8801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5956300"/>
            <a:ext cx="2328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.*..P.  score 1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game loop, one push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5847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584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   // from Session 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            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player = constrain(player + z, 0, LEN - 1);  // stay on the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(player == fruit) {                       // caught it!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score++;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fruit = (fruit + 3) % LEN;                 // next fruit, 3 pixels on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draw();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56261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13 · STEP 8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8801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Remember: pushed. Holding the stick won’t move you again.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56261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880100"/>
            <a:ext cx="2616200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4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56261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8801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5956300"/>
            <a:ext cx="2328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.*..P.  score 1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game loop, one push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9845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984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   // from Session 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            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player = constrain(player + z, 0, LEN - 1);  // stay on the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(player == fruit) {                       // caught it!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score++;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fruit = (fruit + 3) % LEN;                 // next fruit, 3 pixels on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draw();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56261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6 · STEP 9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88010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Later you’re on pixel 5 and push right again: 5 + 1 = 6 — but constrain keeps you at 5.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56261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880100"/>
            <a:ext cx="2616200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56261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8801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5956300"/>
            <a:ext cx="2328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.*..P.  score 1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game loop, one push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3683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1275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127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346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lastZone = 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int z = zone(incipe.getJoystickXMovement());   // from Session 5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(z != 0 &amp;&amp; lastZone == 0) {                 // just pushed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player = constrain(player + z, 0, LEN - 1);  // stay on the strip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 (player == fruit) {                       // caught it!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score++;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fruit = (fruit + 3) % LEN;                 // next fruit, 3 pixels on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draw();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lastZone = z;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delay(50);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56261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11 · STEP 10 OF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8801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Draw: you’re stuck against the end wall.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56261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880100"/>
            <a:ext cx="2616200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5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 = 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 = 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56261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8801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5956300"/>
            <a:ext cx="232841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.*..P.  score 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.*...P  score 1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Make It a Console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console has a restart button.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841500"/>
            <a:ext cx="10820400" cy="88007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019300"/>
            <a:ext cx="106217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LINE OF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296120"/>
            <a:ext cx="1062177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float pressed = incipe.getButtonResponse();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997200"/>
          <a:ext cx="10807700" cy="1437283"/>
        </p:xfrm>
        <a:graphic>
          <a:graphicData uri="http://schemas.openxmlformats.org/drawingml/2006/table">
            <a:tbl>
              <a:tblPr/>
              <a:tblGrid>
                <a:gridCol w="5403850"/>
                <a:gridCol w="5403850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Button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 get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Pressed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 pressed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 detected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-1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85800" y="4826000"/>
            <a:ext cx="1150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Restart on release, exactly like selecting a menu item in Session 5. The IR remote joins once Session 7 can be written — its functions are not on the Wiki yet.</a:t>
            </a:r>
            <a:endParaRPr lang="en-US" sz="1200" dirty="0"/>
          </a:p>
        </p:txBody>
      </p:sp>
      <p:pic>
        <p:nvPicPr>
          <p:cNvPr id="10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Task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Make it a real game.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1796604"/>
        </p:xfrm>
        <a:graphic>
          <a:graphicData uri="http://schemas.openxmlformats.org/drawingml/2006/table">
            <a:tbl>
              <a:tblPr/>
              <a:tblGrid>
                <a:gridCol w="864616"/>
                <a:gridCol w="9943084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Step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 this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Build Strip Catcher with your own joystick limits. Catch three fruits.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Restart: when the push button is released, reset player, fruit and score and draw a frame.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After 20 moves print GAME OVER and your score. Which state variable do you need to add?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Change LEN to 10 and the jump to (fruit + 7) % LEN. Trace the first three fruit positions by hand, then check.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 6, player 0, fruit 4, score 0. What does draw() print?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12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 (int i = 0; i &lt; LEN; i++) {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(i == player) Serial.print("P");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else if (i == fruit) Serial.print("*");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else Serial.print(".");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P...*.  score 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 on pixel 0, dots on 1–3, * on 4, a dot on 5, then the score.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You’re on pixel 0 and push left (zone −1). Where are you now?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player = constrain(player + z, 0, LEN - 1);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 + (−1) is −1, and constrain(-1, 0, 5) keeps it at 0.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1106424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catch the fruit on pixel 4. Where is the next fruit?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(fruit + 3) % LEN;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LEN = 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(4 + 3) % 6 = 7 % 6 = 1.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4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if you caught it on pixel 5?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fruit = (fruit + 3) % LEN;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LEN = 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(5 + 3) % 6 = 8 % 6 = 2.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5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pixel 0 you hold the stick right for 20 passes. Where are you?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10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(z != 0 &amp;&amp; lastZone == 0) {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player = ...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lastZone = z;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the first pass is an edge, so you move once.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things to take away.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905000"/>
            <a:ext cx="343590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473920"/>
            <a:ext cx="343590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LED strip is a one-row screen: draw a frame from the game state by visiting every pixel with a for loop.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28034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28034" y="2473920"/>
            <a:ext cx="3435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joystick’s edge moves you one pixel per push; constrain keeps you on the strip and % wraps the fruit around.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70317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170317" y="2473920"/>
            <a:ext cx="3435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 game logic apart from the display: only draw() changes when the strip’s calls are published.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953000"/>
            <a:ext cx="10820400" cy="77023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— Session 10: System integration &amp; debugging.</a:t>
            </a: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Testing the Smart Garden and the Game Console end to end, and finding bugs with Serial prints and AI.</a:t>
            </a:r>
            <a:endParaRPr lang="en-US" sz="1300" dirty="0"/>
          </a:p>
        </p:txBody>
      </p:sp>
      <p:pic>
        <p:nvPicPr>
          <p:cNvPr id="12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ssion 9 · Integration: The Game Console">
  <a:themeElements>
    <a:clrScheme name="Session 9 · Integration: The Game Console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Session 9 · Integration: The Game Console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9 · Integration: The Game Console</dc:title>
  <dc:subject/>
  <dc:creator/>
  <cp:lastModifiedBy/>
  <cp:revision>1</cp:revision>
  <dcterms:created xsi:type="dcterms:W3CDTF">2026-10-09T05:05:28Z</dcterms:created>
  <dcterms:modified xsi:type="dcterms:W3CDTF">2026-10-09T05:05:28Z</dcterms:modified>
</cp:coreProperties>
</file>