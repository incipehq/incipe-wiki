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5: read the joystick, find your own limits, act on the edge, and build the curriculum's joystick menu on the Serial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need the board, the joystick, the push button, the temperature and humidity sensor and the light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is the big idea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meaning of the numbers is the student's job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facts are copied from the Wiki page and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Halfway gives room for a wobbly hand: a small nudge stays resting, a real push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we sort each reading into a zone, then we act only on the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 makes a value that never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zone returns a whole number: -1, 0 or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-1 rule: a missing joystick must never look like a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hands back the answer and leaves the function straight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as counting a button on release in M2 Session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Arrays come from Lesson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 char* items[] is an array of pieces of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&amp;&amp; means and: both must be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items[choice] is the text in that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edge at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around at both ends so choice stays 0, 1 or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zone() above loop(), add setup() with Serial.begin(9600), and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Copied from the Button page of the Wiki.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release edge: 1 last pass, 0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reading can still be -1 if its sensor is not 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places in step 2: the items array, the two wrap-around lines, and a new case in showChoice().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guess function names: wait for the Wiki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0, resting.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finish the menu task, including the fourth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M3: Sensors &amp; Modules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5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Devices: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Joystick, IR &amp; Buttons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stick and a button into a menu you can steer.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joystick: read it, then find your limits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Zones and edges: one push, one move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Practice: a joystick menu on the Serial Monitor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IR receiver: what is coming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Builds on plotting the joystick in Session 2, arrays from Lesson 4, and switch and counting on release from M2 Session 2.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Raw value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number exactly as the module gives it, before you decide what it means.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Limit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number you pick: past it, the stick counts as pushed.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Zone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Which part of its travel the stick is in: pushed one way, resting, or pushed the other way.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Edge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moment something changes — the stick just got pushed, the button just got let go.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Wrap around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Going past the last menu item brings you back to the first, like the hands of a clock.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Joystick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joystick is a game controller’s thumbstick.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 it and the game moves; let go and it springs back to the middle.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board can’t see “left” or “right” — it gets a number for how far the stick is pushed, and you decide what each number means.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Meet the Joystick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readings, one call each.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41500"/>
            <a:ext cx="10820400" cy="13753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0193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LINE OF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296120"/>
            <a:ext cx="1062177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x = incipe.getJoystickXMovement();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y = incipe.getJoystickYMovement();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button = incipe.getJoystickButtonResponse();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3441700"/>
          <a:ext cx="10807700" cy="1330722"/>
        </p:xfrm>
        <a:graphic>
          <a:graphicData uri="http://schemas.openxmlformats.org/drawingml/2006/table">
            <a:tbl>
              <a:tblPr/>
              <a:tblGrid>
                <a:gridCol w="4323080"/>
                <a:gridCol w="4755388"/>
                <a:gridCol w="172923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Call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Value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detected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incipe.getJoystickXMovement()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float, raw left–right position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incipe.getJoystickYMovement()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float, raw up–down position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incipe.getJoystickButtonResponse()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float, raw stick-button reading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5080000"/>
            <a:ext cx="111450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range, the centre and which button value means “pressed” are not fixed — find them in the Serial Plotter. Leave the next connection free: the joystick uses it for Y and the button. Wiki › Joystick.</a:t>
            </a:r>
            <a:endParaRPr lang="en-US" sz="1200" dirty="0"/>
          </a:p>
        </p:txBody>
      </p:sp>
      <p:pic>
        <p:nvPicPr>
          <p:cNvPr id="10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your limits.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544042"/>
        </p:xfrm>
        <a:graphic>
          <a:graphicData uri="http://schemas.openxmlformats.org/drawingml/2006/table">
            <a:tbl>
              <a:tblPr/>
              <a:tblGrid>
                <a:gridCol w="864616"/>
                <a:gridCol w="994308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Plot X in the Serial Plotter, as in Session 2.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Write down three numbers: X at rest, X pushed fully one way, X pushed fully the other way.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Lower limit: halfway between rest and the smaller end. Upper limit: halfway between rest and the bigger end.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0820400" cy="77023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Today’s code uses </a:t>
            </a: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and </a:t>
            </a: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as stand-in limits so the examples are easy to follow. They are not your joystick’s numbers — replace them with yours.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Zones and Edges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push, one move — like a doorbell.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Holding a doorbell down rings it once, not a hundred times.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menu should work the same way: one push of the stick moves one item, however long you hold it.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 a reading into a zone.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2311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208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LOW_LIMIT = 25;    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HIGH_LIMIT = 75;   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zone(float x)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== -1) return 0;           // not detected: treat as resting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&lt; LOW_LIMIT) return -1;    // pushed one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&gt; HIGH_LIMIT) return 1;    // pushed the other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0;                        // resting in the middle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lower limit. Below it, the stick is pushed one way.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LOW_LIMIT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 a reading into a zone.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2311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0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0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208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LOW_LIMIT = 25;    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HIGH_LIMIT = 75;   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zone(float x)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== -1) return 0;           // not detected: treat as resting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&lt; LOW_LIMIT) return -1;    // pushed one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&gt; HIGH_LIMIT) return 1;    // pushed the other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0;                        // resting in the middle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upper limit. Above it, pushed the other way.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LOW_LIMIT = 25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HIGH_LIMIT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75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 a reading into a zone.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2311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273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27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208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LOW_LIMIT = 25;    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HIGH_LIMIT = 75;   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zone(float x)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== -1) return 0;           // not detected: treat as resting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&lt; LOW_LIMIT) return -1;    // pushed one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&gt; HIGH_LIMIT) return 1;    // pushed the other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0;                        // resting in the middle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3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Call zone(90): x starts as 90.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LOW_LIMIT = 25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HIGH_LIMIT = 75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90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 a reading into a zone.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2311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7559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755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208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LOW_LIMIT = 25;    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HIGH_LIMIT = 75;   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zone(float x)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== -1) return 0;           // not detected: treat as resting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&lt; LOW_LIMIT) return -1;    // pushed one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&gt; HIGH_LIMIT) return 1;    // pushed the other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0;                        // resting in the middle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5 · STEP 4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 x −1, “not detected”? No.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LOW_LIMIT = 25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HIGH_LIMIT = 75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90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 a reading into a zone.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2311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208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LOW_LIMIT = 25;    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HIGH_LIMIT = 75;   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zone(float x)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== -1) return 0;           // not detected: treat as resting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&lt; LOW_LIMIT) return -1;    // pushed one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&gt; HIGH_LIMIT) return 1;    // pushed the other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0;                        // resting in the middle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5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 90 below 25? No.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LOW_LIMIT = 25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HIGH_LIMIT = 75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90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 a reading into a zone.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2311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13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13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208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LOW_LIMIT = 25;    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HIGH_LIMIT = 75;   // change to your number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zone(float x)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== -1) return 0;           // not detected: treat as resting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&lt; LOW_LIMIT) return -1;    // pushed one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(x &gt; HIGH_LIMIT) return 1;    // pushed the other way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0;                        // resting in the middle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6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 90 above 75? Yes — hand back 1: pushed.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LOW_LIMIT = 25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HIGH_LIMIT = 75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90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result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Edge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 when the zone changes, not while it stays.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194520"/>
            <a:ext cx="350570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While you hold the stick, every pass of loop() sees zone 1 again — the menu would race through every item.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94200" y="1905000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94200" y="2194520"/>
            <a:ext cx="35057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 only when the zone is not 0 now, but was 0 last pass: the stick was just pushed.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02600" y="1905000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TRICK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02600" y="2194520"/>
            <a:ext cx="350570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last pass’s zone in a variable, lastZone, and update it at the end of every pass.</a:t>
            </a:r>
            <a:endParaRPr lang="en-US" sz="1400" dirty="0"/>
          </a:p>
        </p:txBody>
      </p:sp>
      <p:pic>
        <p:nvPicPr>
          <p:cNvPr id="11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a joystick menu on the Serial Monitor.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curriculum task: a simple menu system controlled by the Joystick and displayed on the Serial Monitor.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 is an array of three words; choice is the box you are on.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list of three menu items. Box 0 holds “Temperature”.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0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0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on item 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98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98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3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Last pass’s zone: resting.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4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 1: the stick rests, the reading is 50, so the zone is 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13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13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5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 z not 0? No — skip the block. Line 13 keeps lastZone at 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6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 2: you push. The reading is 90, so the zone is 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13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13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7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 is not 0 and lastZone is 0: it was just pushed. Go 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8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Move one item: 0 + 1.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127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127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11 · STEP 9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new item.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584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584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13 · STEP 10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 this pass: pushed.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11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 3: you are still holding. Zone 1 again.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13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13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12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lastZone is 1 — this push was already counted. Skip: one push, one move.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13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Later: you let go (lastZone becomes 0), then push the other way. Reading 10: zone −1.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14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Move back: 1 + (−1).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127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127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11 · STEP 15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Temperature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16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 go, then push that way again: zone −1.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Temperature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17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+ (−1) is −1 — there is no box −1.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Temperature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989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98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18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the start: wrap to the end.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Temperature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menu, one pass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127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127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char* items[] = {"Temperature", "Humidity", "Light"};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choice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choice = choice +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&gt; 2) choice = 0;      // past the end: back to the start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(choice &lt; 0) choice = 2;      // before the start: to the end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Serial.println(items[choice]);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11 · STEP 19 OF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Humidity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Temperature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 with the Button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push button answers yes or no.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41500"/>
            <a:ext cx="10820400" cy="8800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0193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LINE OF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296120"/>
            <a:ext cx="1062177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pressed = incipe.getButtonResponse();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997200"/>
          <a:ext cx="10807700" cy="1437283"/>
        </p:xfrm>
        <a:graphic>
          <a:graphicData uri="http://schemas.openxmlformats.org/drawingml/2006/table">
            <a:tbl>
              <a:tblPr/>
              <a:tblGrid>
                <a:gridCol w="5403850"/>
                <a:gridCol w="540385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Button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 get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Pressed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pressed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detected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4826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 when the button is released — the same edge idea as the stick. Wiki › Button.</a:t>
            </a:r>
            <a:endParaRPr lang="en-US" sz="1300" dirty="0"/>
          </a:p>
        </p:txBody>
      </p:sp>
      <p:pic>
        <p:nvPicPr>
          <p:cNvPr id="10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Last pass’s button reading: not pressed. The menu is on item 2, “Light”.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356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356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12 · STEP 2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press: b is 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584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584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13 · STEP 3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Pressed last pass and released now? lastButton is 0 — no.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8133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813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14 · STEP 4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Remember: pressed.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356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356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12 · STEP 5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let go: b is 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584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584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13 · STEP 6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Pressed last pass, released now — call showChoice().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273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27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7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item? choice is 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13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13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8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 2: print the light reading. Say it is 700.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700.00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chosen reading on release.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8133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813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lastButton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showChoice()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switch (choice)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0: Serial.println(incipe.getTemperature());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1: Serial.println(incipe.getHumidity());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case 2: Serial.println(incipe.getLightIntensity()); break;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// inside loop(), after 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b = incipe.getButtonResponse();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(lastButton == 1 &amp;&amp; b == 0) showChoice();   // on release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lastButton = b;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14 · STEP 9 OF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 in loop(): remember, released.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700.00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Task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the menu yours.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041823"/>
        </p:xfrm>
        <a:graphic>
          <a:graphicData uri="http://schemas.openxmlformats.org/drawingml/2006/table">
            <a:tbl>
              <a:tblPr/>
              <a:tblGrid>
                <a:gridCol w="864616"/>
                <a:gridCol w="994308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Put your own limits into LOW_LIMIT and HIGH_LIMIT. If the menu moves the “wrong” way, swap what +1 and −1 do.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Add a fourth item, “Distance”, that prints incipe.getDistance() from the ultrasonic sensor (in cm). Find every line that has to change — there are four places.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 the joystick’s own button instead of the push button. Plot incipe.getJoystickButtonResponse() first to find which value means “pressed”.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IR Receiver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Decoding a TV remote is coming.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IR receiver page on the Wiki says what the module does, but its incipe.* functions are not published yet.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part will be added once they are — Session 7 builds on it.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LOW_LIMIT 25 and HIGH_LIMIT 75, what does zone(90) return?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zone(90);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 is not −1 and not below 25, but it is above 75.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1106424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joystick is unplugged. What does zone(-1) return?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zone(-1);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first if catches −1 before it can count as “below 25”, so a missing joystick never moves the menu.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choice is 2 (“Light”). You push; the zone is 1. What prints?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choice = choice + z;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(choice &gt; 2) choice = 0;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(choice &lt; 0) choice = 2;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Serial.println(items[choice]);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Temperature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+ 1 is 3, past the end, so line 2 wraps choice to 0.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push and hold the stick for 10 passes. How many lines print?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(z != 0 &amp;&amp; lastZone == 0) {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...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z;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the first pass is an edge; on the other 9, lastZone is already 1.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hold the button for 3 passes, then let go. How many times does showChoice() run?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(lastButton == 1 &amp;&amp; b == 0)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showChoice();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lastButton = b;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Once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on the pass where lastButton is 1 and b is 0.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joystick gives raw numbers. Plot them, pick two limits, and sort every reading into a zone — with −1 counting as resting.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 on the edge — just pushed, just released — so one push moves one item, however long you hold.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menu is an array plus a choice number that wraps around at both ends; the button’s release edge selects.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53910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6: Data logging with SD card.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Saving readings to a file instead of only printing them.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5 · Input Devices: Joystick, IR &amp; Buttons">
  <a:themeElements>
    <a:clrScheme name="Session 5 · Input Devices: Joystick, IR &amp; Buttons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5 · Input Devices: Joystick, IR &amp; Buttons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· Input Devices: Joystick, IR &amp; Buttons</dc:title>
  <dc:subject/>
  <dc:creator/>
  <cp:lastModifiedBy/>
  <cp:revision>1</cp:revision>
  <dcterms:created xsi:type="dcterms:W3CDTF">2026-10-09T04:59:40Z</dcterms:created>
  <dcterms:modified xsi:type="dcterms:W3CDTF">2026-10-09T04:59:40Z</dcterms:modified>
</cp:coreProperties>
</file>