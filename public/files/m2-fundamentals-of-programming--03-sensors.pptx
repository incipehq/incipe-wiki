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coding today: input and if-else in a mini calculator and two classwork programs, then the same if-else logic applied to INCIPE Board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from Lesson 2: comments (// and /* */) are ignored by the compiler, and Serial.parseFloat() reads a decimal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note page 1. The second number is read the same way and stored in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change + to -, * or / to make the calculator do other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setup() is the same as the calculator: Serial.begin(9600). The original if branch printed Serial.println(a + " is the larger number") and then the sentence again; in Arduino, adding a number to text like that prints garbage, so it now matches the else branch. If a equals b, the else branch runs and says b is larger: a good prompt for an else if (a == b)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note page 2. setup() is Serial.begin(9600) as before. Extension: a negative score currently gets D; ask students how to send it to the else message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only: the point is that each sensor gives the program a number to use in if-else. Flame: the value is resistance, so it goes down when there is fire. Air quality, alcohol and CO: students decide the grade boundaries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30 (the value of temp). The original slide wrote incipe.getTemperature without brackets; it is corrected to getTemperature() here. Point out that &gt; does not include 30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bright. Before the light was switched on, 100 would have shown dark. The original slide wrote Float (capital F) and getLightIntensity without brackets; both are corrected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explanations of why the first version over-counts and how detect fixes it are added for this slide. Teacher note: for the count to keep growing, int a and bool detect should be declared above setup() (global), not inside loop().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example sketch, for reference: const int SAMPLE_TIME = 10; unsigned long PreviousTime = 0; (the original wrote "unsigned double", which does not compile) int SoundDetect = 0; float database[100]; int count = 0; void setup() { Serial.begin(9600); } void loop() { PreviousTime = millis(); while (millis() - PreviousTime &lt; SAMPLE_TIME) { if (incipe.getSoundIntensity() == 1) { SoundDetect++; } } database[count] = SoundDetect; SoundDetect = 0; count++; if (count == 100) { for (int i = 1; i &lt; 100; i++) { database[0] = database[0] + database[i]; database[i] = 0; } float mean = database[0] / 100; Serial.println(mean); if (mean &gt; 200) { Serial.println("Loud"); } else if (mean &lt;= 200 &amp;&amp; mean &gt; 20) { Serial.println("Normal"); } else if (mean &lt;= 20) { Serial.println("Quiet"); } database[0] = 0; count = 0; }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66085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66085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PLK83 Regular Course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3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Sensors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620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8781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decisions, then real sensor data.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31050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445198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larger number &amp; grades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417272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Sensors: reading &amp; cleaning data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7800" y="4428430"/>
            <a:ext cx="312509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Counting button presses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41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94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process, output.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that we enter or the computer gets from the environment via sensors.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9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codes (orders) for the computer to process.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response from the computer after processing the codes.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4346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58381"/>
            <a:ext cx="5153025" cy="8509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(Serial.available()==0){}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11088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when there’s no input, then read it and store it in “a”.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225" y="2843461"/>
            <a:ext cx="6350" cy="14807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657975" y="284346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 SENSOR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57975" y="3158381"/>
            <a:ext cx="5153025" cy="8509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incipe.main()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57975" y="411088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sensors &amp; sensor libraries, then read a value.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00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59302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Compare, combine, decide.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20180"/>
          <a:ext cx="5191125" cy="2595811"/>
        </p:xfrm>
        <a:graphic>
          <a:graphicData uri="http://schemas.openxmlformats.org/drawingml/2006/table">
            <a:tbl>
              <a:tblPr/>
              <a:tblGrid>
                <a:gridCol w="1557337"/>
                <a:gridCol w="3633787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4617591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= assigns a value; == compares two values.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225" y="1592560"/>
            <a:ext cx="6350" cy="32383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7"/>
          <p:cNvSpPr/>
          <p:nvPr/>
        </p:nvSpPr>
        <p:spPr>
          <a:xfrm>
            <a:off x="6607175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07175" y="19106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7175" y="20027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7575" y="20281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AND: both must be true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07175" y="24631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7175" y="255518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7575" y="258058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OR: any one is 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07175" y="30155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07175" y="34664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7175" y="31076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67575" y="31330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07175" y="367278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07175" y="3987701"/>
            <a:ext cx="5203825" cy="533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5927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(…) { } else if (…) { } else { }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405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80448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questions before you code.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65840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09717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full sketch.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6985000" cy="39306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59690" bIns="15240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type your first number.");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a = Serial.parseInt();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type your second number.");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b = Serial.parseInt();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sum = a+b;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Serial.print("The answer is:");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Serial.println(sum);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77200" y="1490960"/>
            <a:ext cx="6350" cy="3930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490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183128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numbers from the serial monitor.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20717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9950" y="254749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them and store the result in sum.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89950" y="292338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89950" y="3263702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the answer.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414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4145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number is larger?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6985000" cy="392578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52400" rIns="59690" bIns="12700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first number.");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a = Serial.parseInt();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second number.");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b = Serial.parseInt();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if(a&gt;b){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Serial.print(a);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 is the larger number");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Serial.print(b);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 is the larger number");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77200" y="1490960"/>
            <a:ext cx="6350" cy="39257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490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183128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20717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ABOUT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9950" y="254749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prints when both numbers are the same?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4567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1923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score into a grade.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7493000" cy="403473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52400" rIns="44450" bIns="12700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score.");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score = Serial.parseInt();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Serial.println(score);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(score&gt;=85 &amp;&amp; score&lt;=100){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A");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(score&gt;=75 &amp;&amp; score&lt;=84){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B");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(score&gt;=60 &amp;&amp; score&lt;=74){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C");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(score&lt;60){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D");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Serial.println("The full mark should be 100, please enter again.");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85200" y="1490960"/>
            <a:ext cx="6350" cy="403473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997950" y="1490960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97950" y="1783655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97950" y="1863030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29750" y="1878905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 – 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7950" y="219129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950" y="227067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29750" y="228654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– 84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950" y="259893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950" y="267831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29750" y="269418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 – 74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950" y="300657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97950" y="341421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950" y="308595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29750" y="310182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Below 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97950" y="3518991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Anything above 100 falls to else.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806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8711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function per sensor.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 SENSOR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31280"/>
            <a:ext cx="340106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sensor detects and measures changes in our environment and converts them into electrical signals, which can be used to provide information, control the outputs, or trigger some useful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4200" y="1490960"/>
            <a:ext cx="6350" cy="3721001"/>
          </a:xfrm>
          <a:prstGeom prst="rect">
            <a:avLst/>
          </a:prstGeom>
          <a:solidFill>
            <a:srgbClr val="D4D4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9650" y="1503660"/>
          <a:ext cx="6991350" cy="3708301"/>
        </p:xfrm>
        <a:graphic>
          <a:graphicData uri="http://schemas.openxmlformats.org/drawingml/2006/table">
            <a:tbl>
              <a:tblPr/>
              <a:tblGrid>
                <a:gridCol w="2377059"/>
                <a:gridCol w="4614291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Sensor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Function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Ultrasonic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incipe.getDistance() · cm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Temperature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incipe.getTemperature()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Humidity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incipe.getHumidity()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incipe.getLightIntensity()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Air quality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Alcohol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incipe.getAlcoholPPM()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 gas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incipe.getCOPPM()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incipe.getFlameIntensity()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incipe.getButtonResponse() · 1 = 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424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7367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raw numbers into meaning.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03688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 is the process of fixing or removing incorrect or incomplete raw data. Here, we focus on how to interpret the raw data to make it more useful.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42431"/>
            <a:ext cx="2931170" cy="485130"/>
          </a:xfrm>
          <a:prstGeom prst="rect">
            <a:avLst/>
          </a:prstGeom>
          <a:solidFill>
            <a:srgbClr val="E1E1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69370" y="2696071"/>
            <a:ext cx="3556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77370" y="2642741"/>
            <a:ext cx="14630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700, 1000…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179961"/>
            <a:ext cx="60368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raw reading means little on its own. if-else gives it a label people understand.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53250" y="1643360"/>
            <a:ext cx="6350" cy="26897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0" y="164336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 QUALITY, IN PLAIN STEPS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0" y="1958280"/>
            <a:ext cx="4445000" cy="2059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35890" bIns="1778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66000" y="4119761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choose the xxxx boundaries.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19691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21971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30°C, what is shown at "temp1"?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6350000" cy="268982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9126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91261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temp = incipe.getTemperature();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(temp&gt;30){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"hot");}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(temp&lt;10){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"cold");}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temp);}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42200" y="1592560"/>
            <a:ext cx="6350" cy="26898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854950" y="1592560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54950" y="1932880"/>
            <a:ext cx="407473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854950" y="2562771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54950" y="2903091"/>
            <a:ext cx="40747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 is not larger than 30, and not smaller than 10. So else runs and shows the temperature itself.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light reading jumps from 100 to 1000. What shows at "light1"?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001490"/>
            <a:ext cx="6731000" cy="25056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230090"/>
            <a:ext cx="635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200" y="2545011"/>
            <a:ext cx="635736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light = incipe.getLightIntensity();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(light&gt;=700){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"bright");}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(light&gt;=300 &amp;&amp; light&lt;700){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"normal");}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"dark");}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23200" y="2001490"/>
            <a:ext cx="6350" cy="25056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8235950" y="2001490"/>
            <a:ext cx="36823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35950" y="2341811"/>
            <a:ext cx="368230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bright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35950" y="2915841"/>
            <a:ext cx="36823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35950" y="3256161"/>
            <a:ext cx="368230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1000 is larger than or equal to 700, so the first condition is true.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13850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82155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 each press once.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56680"/>
            <a:ext cx="3937000" cy="168136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1)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a=a+1;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639641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= true (pressed). loop() runs many times while you hold the button, so a keeps going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78400" y="1541760"/>
            <a:ext cx="6350" cy="365477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340350" y="1541760"/>
            <a:ext cx="66647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 ON RELEASE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0350" y="1856680"/>
            <a:ext cx="6470650" cy="300712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48197" bIns="1524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 detect = false;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set as false at beginning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1)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pressed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detect = true;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0 &amp;&amp; detect == true)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not pressed and detect is true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a=a+1;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detect = false;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0350" y="4965402"/>
            <a:ext cx="666476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 remembers the press; a goes up once, when you let 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17743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36205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sensor haven’t we introduced yet?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75245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COVERED SO FAR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13880"/>
            <a:ext cx="52585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Ultrasonic · Temperature &amp; humidity · Light · Air quality · Alcohol · CO gas · Flame · Button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7524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Sound sensor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19950" y="26593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9963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the one sensor in the set not covered yet. It comes next.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7139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Sound Sensor · Preview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0841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ideas we will learn next.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11458956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sound sensor uses </a:t>
            </a: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incipe.getSoundIntensity()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Its example sketch samples sound for a short time, stores the counts and averages them into Loud, Normal or Quiet.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9989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1736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43641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PreviousTime = millis();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502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0249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While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292154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(millis() - PreviousTime &lt; SAMPLE_TIME) { … 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27015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762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40667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database[100];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5528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4041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275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389180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 { … 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19585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Wait, read, store: while(Serial.available()==0){} then Serial.parseInt().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6750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0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508200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if, else if &amp; else with &amp;&amp; turn a number into a decision, like a grade.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5366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13981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36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96816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are just numbers: the same if-else turns them into labels.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1956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K83 Lesson 3: Programming Sensors">
  <a:themeElements>
    <a:clrScheme name="PLK83 Lesson 3: Programming Sensor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PLK83 Lesson 3: Programming Sensor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PLK83 Lesson 3: Programming Sensors</dc:title>
  <dc:subject/>
  <dc:creator/>
  <cp:lastModifiedBy/>
  <cp:revision>1</cp:revision>
  <dcterms:created xsi:type="dcterms:W3CDTF">2026-10-08T06:29:40Z</dcterms:created>
  <dcterms:modified xsi:type="dcterms:W3CDTF">2026-10-08T06:29:40Z</dcterms:modified>
</cp:coreProperties>
</file>